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1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5E1D-C019-9B2C-787A-E9A0395D8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1BF8B-1EC6-DB9A-E57F-5A0C41C93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B5AC0-B801-11FA-7BBE-3BE056FA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59B81-5D0C-AA29-5263-EC687A37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4B58A-871B-1B14-BB3A-FEE1277B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324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A7C4-1B53-0195-8308-ECEFBF35B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1C38-4538-2A0D-5C50-4D535D833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CCDC8-CA40-12BC-362F-A2B65FA0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23032-AA64-8F44-B783-FA54AA0B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FE567-AA10-8E49-9AEB-E96A23A8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717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46F8-5831-5B8D-7763-7425469E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26B7A-92C7-83D3-CD48-7A1B08C04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3D198-611B-F7F6-0DB4-40F20DD9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F59BD-C770-6AEE-422B-8ADE6EC2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4DF9B-9D03-C499-1DBF-CB6409CF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104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B3F1-F4ED-A846-300E-4D5613A5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16B3-AD57-667C-7502-C32E80250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E6405-046E-BEF4-E500-9891F223D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17764-AA87-0A63-AF92-AE00FEA0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E47C-A370-A525-6D02-B4482357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DF364-A174-7179-6FDC-D52221E6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0944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CD78-7279-242D-2734-FB933981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D7B9C-92F9-7B97-D64C-B8F538E0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6B875-1C47-A201-5B67-0E1640EA3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27A1B-55F8-2ACE-61BA-BE74098BE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7DD21-2DA1-67BA-08FB-5956F8DAA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4CC66-F3B5-84AF-AA90-B650C5CC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D307C-CB45-9E70-618C-6B14549A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61B796-FAAD-27C2-ABAE-BB8DCBA4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599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9788-547B-93A2-5704-AB844A27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588E5-A476-6536-6320-32C0838A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88D90-681A-6CFE-5B54-A525E417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06839-F573-6A84-98E0-95A32C86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028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20DEC-AE28-7632-5557-235AE331E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DBFDE-BD6C-0E15-1056-3C69F0D3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AF30-5DC2-83B8-7E77-5DE5222D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345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729C-D49B-6672-CA98-20563AE49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89EC-DA4E-FBB1-289F-1C047DE1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D2DEF-5C0A-4A90-C77A-136753DE2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B0E08-1AF5-89BD-E421-CEA972F0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3B1C5-E779-5397-0627-1F21058B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9438B-0F1F-64CA-3D9B-65D490CF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992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D472-20AE-01E7-A43A-9DAEFF2F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EF395-435E-8F52-9930-0DE2A538B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61241-AA90-EB05-D117-68A0001A9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4F723-0455-33A1-F83D-0864BAB4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1C79E-DCCA-74EF-F7EA-4342D66D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DC74-F6E8-0C6D-D445-18684B60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143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6BCA-C9C3-4FE6-C196-61588DED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BA7FE-87A2-78EB-B512-105D958F8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FA5DC-5F3B-E302-7C11-71800204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AB9A1-2F59-D541-CEAD-F7473775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6924-3BE7-474A-A6B0-632DFD15F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993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66CCD-7F58-851B-6224-C8864F974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822F2-C540-4AA1-C2BE-71D0791DF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21DA9-BCAF-D025-D0F3-3D6AB7EA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4BB54-9C6E-6C94-647F-35E3B2F3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32FA7-2F52-464D-FFD8-E920232F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100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6156E-44C3-8D0C-0C9E-16E364447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8B8B1-DDFB-C2FE-985E-E64FD7EB1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F4A50-DD2A-52EE-2FA6-ADB376966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2CC02-DABD-41D1-9661-EB57013EBFA0}" type="datetimeFigureOut">
              <a:rPr lang="en-ID" smtClean="0"/>
              <a:t>23/03/2026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349A8-17A1-C444-6695-38EB4D91E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CA2D-51B7-F847-2C7D-7421AA153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A250-942D-4BB3-8281-9082521AC8C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254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48D8976-539A-656F-29AF-1574F3AC186C}"/>
              </a:ext>
            </a:extLst>
          </p:cNvPr>
          <p:cNvGrpSpPr/>
          <p:nvPr/>
        </p:nvGrpSpPr>
        <p:grpSpPr>
          <a:xfrm>
            <a:off x="649890" y="976682"/>
            <a:ext cx="3600000" cy="3600000"/>
            <a:chOff x="1124452" y="2631861"/>
            <a:chExt cx="3600000" cy="3600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E28F9F-4523-1FCE-AFB8-33901AAC0CCC}"/>
                </a:ext>
              </a:extLst>
            </p:cNvPr>
            <p:cNvSpPr/>
            <p:nvPr/>
          </p:nvSpPr>
          <p:spPr>
            <a:xfrm>
              <a:off x="1124452" y="2631861"/>
              <a:ext cx="3600000" cy="360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7ACA23-76A1-635C-CDA8-7818FE6A54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50032" y="3958571"/>
              <a:ext cx="2748839" cy="946581"/>
              <a:chOff x="5149419" y="2380323"/>
              <a:chExt cx="5497678" cy="1893161"/>
            </a:xfrm>
          </p:grpSpPr>
          <p:pic>
            <p:nvPicPr>
              <p:cNvPr id="5" name="Picture 4" descr="A blue and purple bird&#10;&#10;Description automatically generated">
                <a:extLst>
                  <a:ext uri="{FF2B5EF4-FFF2-40B4-BE49-F238E27FC236}">
                    <a16:creationId xmlns:a16="http://schemas.microsoft.com/office/drawing/2014/main" id="{AC8F12BA-BC78-4C38-264C-F9E539E44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49419" y="2380323"/>
                <a:ext cx="1893161" cy="1893161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6CA3EC-354F-33AA-2655-11F3E9B6503B}"/>
                  </a:ext>
                </a:extLst>
              </p:cNvPr>
              <p:cNvSpPr txBox="1"/>
              <p:nvPr/>
            </p:nvSpPr>
            <p:spPr>
              <a:xfrm>
                <a:off x="6909229" y="2849849"/>
                <a:ext cx="373786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b="1" dirty="0">
                    <a:ln w="0"/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dobe Song Std L" panose="02020300000000000000" pitchFamily="18" charset="-128"/>
                    <a:ea typeface="Adobe Song Std L" panose="02020300000000000000" pitchFamily="18" charset="-128"/>
                  </a:rPr>
                  <a:t>VOLTAIRE</a:t>
                </a:r>
                <a:endParaRPr lang="en-ID" sz="2500" b="1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dobe Song Std L" panose="02020300000000000000" pitchFamily="18" charset="-128"/>
                  <a:ea typeface="Adobe Song Std L" panose="02020300000000000000" pitchFamily="18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398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Adobe Song Std L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Imanuel RAVA</dc:creator>
  <cp:lastModifiedBy>Imanuel RAVA</cp:lastModifiedBy>
  <cp:revision>1</cp:revision>
  <dcterms:created xsi:type="dcterms:W3CDTF">2026-03-23T08:02:12Z</dcterms:created>
  <dcterms:modified xsi:type="dcterms:W3CDTF">2026-03-23T14:06:09Z</dcterms:modified>
</cp:coreProperties>
</file>