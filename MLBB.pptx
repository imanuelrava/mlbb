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56" r:id="rId4"/>
    <p:sldId id="260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00FFFF"/>
    <a:srgbClr val="9999FF"/>
    <a:srgbClr val="2C5145"/>
    <a:srgbClr val="008000"/>
    <a:srgbClr val="003300"/>
    <a:srgbClr val="0000FF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226" autoAdjust="0"/>
  </p:normalViewPr>
  <p:slideViewPr>
    <p:cSldViewPr snapToGrid="0">
      <p:cViewPr varScale="1">
        <p:scale>
          <a:sx n="86" d="100"/>
          <a:sy n="86" d="100"/>
        </p:scale>
        <p:origin x="14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3:32:46.9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632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185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560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736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935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931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776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479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547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320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061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A5E09-FAC2-4D00-81E9-C741A2C6152F}" type="datetimeFigureOut">
              <a:rPr lang="en-ID" smtClean="0"/>
              <a:t>05/11/2025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B60F1-5C2C-45B4-8F45-D62FD00F8E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915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88AD9-A1C5-C4B1-19F0-D95357BD2EB4}"/>
              </a:ext>
            </a:extLst>
          </p:cNvPr>
          <p:cNvSpPr/>
          <p:nvPr/>
        </p:nvSpPr>
        <p:spPr>
          <a:xfrm>
            <a:off x="0" y="0"/>
            <a:ext cx="9143999" cy="509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Map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585199-8A4F-F456-F19B-CAE4F2F3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9155"/>
            <a:ext cx="9144000" cy="635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4D4C38B-EC7E-3DE2-197D-673401A0335F}"/>
                  </a:ext>
                </a:extLst>
              </p14:cNvPr>
              <p14:cNvContentPartPr/>
              <p14:nvPr/>
            </p14:nvContentPartPr>
            <p14:xfrm>
              <a:off x="-870529" y="196166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4D4C38B-EC7E-3DE2-197D-673401A03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79169" y="195266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644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7B5EF6-C6FA-EC30-860C-0A119AE67430}"/>
              </a:ext>
            </a:extLst>
          </p:cNvPr>
          <p:cNvSpPr/>
          <p:nvPr/>
        </p:nvSpPr>
        <p:spPr>
          <a:xfrm>
            <a:off x="1" y="0"/>
            <a:ext cx="132005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Mini Map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0EC12D95-F321-1459-3497-B731B77742FA}"/>
              </a:ext>
            </a:extLst>
          </p:cNvPr>
          <p:cNvGrpSpPr/>
          <p:nvPr/>
        </p:nvGrpSpPr>
        <p:grpSpPr>
          <a:xfrm>
            <a:off x="1320059" y="0"/>
            <a:ext cx="6857999" cy="6857999"/>
            <a:chOff x="1320059" y="0"/>
            <a:chExt cx="6857999" cy="6857999"/>
          </a:xfrm>
        </p:grpSpPr>
        <p:pic>
          <p:nvPicPr>
            <p:cNvPr id="6" name="Picture 5" descr="A colorful design on a black background&#10;&#10;Description automatically generated">
              <a:extLst>
                <a:ext uri="{FF2B5EF4-FFF2-40B4-BE49-F238E27FC236}">
                  <a16:creationId xmlns:a16="http://schemas.microsoft.com/office/drawing/2014/main" id="{E5B73905-7491-2F20-4461-AC55B82E2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0059" y="0"/>
              <a:ext cx="6857999" cy="6857999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963D09-44F8-0BE7-FC75-48A1E0FA7D43}"/>
                </a:ext>
              </a:extLst>
            </p:cNvPr>
            <p:cNvSpPr/>
            <p:nvPr/>
          </p:nvSpPr>
          <p:spPr>
            <a:xfrm>
              <a:off x="4356000" y="5273040"/>
              <a:ext cx="216000" cy="216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9DFCF5-6A57-2C58-CFDC-781700CCEBAB}"/>
                </a:ext>
              </a:extLst>
            </p:cNvPr>
            <p:cNvSpPr/>
            <p:nvPr/>
          </p:nvSpPr>
          <p:spPr>
            <a:xfrm>
              <a:off x="4649156" y="4779264"/>
              <a:ext cx="216000" cy="216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E48D1C-04DF-56A4-1062-DFE80F28FF05}"/>
                </a:ext>
              </a:extLst>
            </p:cNvPr>
            <p:cNvSpPr/>
            <p:nvPr/>
          </p:nvSpPr>
          <p:spPr>
            <a:xfrm>
              <a:off x="5429444" y="5559552"/>
              <a:ext cx="216000" cy="216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F5CDCF8-2A10-D0D1-1224-5FFADB9A0B3A}"/>
                </a:ext>
              </a:extLst>
            </p:cNvPr>
            <p:cNvSpPr/>
            <p:nvPr/>
          </p:nvSpPr>
          <p:spPr>
            <a:xfrm>
              <a:off x="6801044" y="3768852"/>
              <a:ext cx="216000" cy="216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ECE972-86A7-B8B3-6DB4-B759A44B5585}"/>
                </a:ext>
              </a:extLst>
            </p:cNvPr>
            <p:cNvSpPr/>
            <p:nvPr/>
          </p:nvSpPr>
          <p:spPr>
            <a:xfrm>
              <a:off x="2458194" y="2905252"/>
              <a:ext cx="216000" cy="216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82603B-1CA4-D157-7C22-9FD774799BDC}"/>
                </a:ext>
              </a:extLst>
            </p:cNvPr>
            <p:cNvSpPr/>
            <p:nvPr/>
          </p:nvSpPr>
          <p:spPr>
            <a:xfrm>
              <a:off x="3844551" y="1117092"/>
              <a:ext cx="216000" cy="216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B0DDDC3-21D4-206B-497D-212D12469CC2}"/>
                </a:ext>
              </a:extLst>
            </p:cNvPr>
            <p:cNvSpPr/>
            <p:nvPr/>
          </p:nvSpPr>
          <p:spPr>
            <a:xfrm>
              <a:off x="4641058" y="1807972"/>
              <a:ext cx="216000" cy="216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F950CEE-728A-BB1C-6E32-49E8BB794ED9}"/>
                </a:ext>
              </a:extLst>
            </p:cNvPr>
            <p:cNvSpPr/>
            <p:nvPr/>
          </p:nvSpPr>
          <p:spPr>
            <a:xfrm>
              <a:off x="4902778" y="1333092"/>
              <a:ext cx="216000" cy="216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98D0634-1F3D-5EEF-72CE-B0352776441D}"/>
                </a:ext>
              </a:extLst>
            </p:cNvPr>
            <p:cNvSpPr/>
            <p:nvPr/>
          </p:nvSpPr>
          <p:spPr>
            <a:xfrm>
              <a:off x="3003418" y="3552852"/>
              <a:ext cx="216000" cy="216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57BAEA8-3783-1F52-F7B2-BBAA4D5B631B}"/>
                </a:ext>
              </a:extLst>
            </p:cNvPr>
            <p:cNvSpPr/>
            <p:nvPr/>
          </p:nvSpPr>
          <p:spPr>
            <a:xfrm>
              <a:off x="6289368" y="3102864"/>
              <a:ext cx="216000" cy="216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D3D740B-9CED-4C56-BC9B-9B6CC97AF453}"/>
                </a:ext>
              </a:extLst>
            </p:cNvPr>
            <p:cNvSpPr/>
            <p:nvPr/>
          </p:nvSpPr>
          <p:spPr>
            <a:xfrm>
              <a:off x="6801044" y="4887264"/>
              <a:ext cx="216000" cy="216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366C992-6C90-4213-0FB9-EBDBF95EBE7F}"/>
                </a:ext>
              </a:extLst>
            </p:cNvPr>
            <p:cNvSpPr/>
            <p:nvPr/>
          </p:nvSpPr>
          <p:spPr>
            <a:xfrm>
              <a:off x="2458194" y="1699972"/>
              <a:ext cx="216000" cy="216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Flowchart: Decision 23">
              <a:extLst>
                <a:ext uri="{FF2B5EF4-FFF2-40B4-BE49-F238E27FC236}">
                  <a16:creationId xmlns:a16="http://schemas.microsoft.com/office/drawing/2014/main" id="{D2B70A49-4EF6-8EBA-C8AD-D4CB254523DF}"/>
                </a:ext>
              </a:extLst>
            </p:cNvPr>
            <p:cNvSpPr/>
            <p:nvPr/>
          </p:nvSpPr>
          <p:spPr>
            <a:xfrm>
              <a:off x="4989069" y="5236145"/>
              <a:ext cx="216000" cy="216000"/>
            </a:xfrm>
            <a:prstGeom prst="flowChartDecision">
              <a:avLst/>
            </a:prstGeom>
            <a:solidFill>
              <a:srgbClr val="00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Flowchart: Decision 24">
              <a:extLst>
                <a:ext uri="{FF2B5EF4-FFF2-40B4-BE49-F238E27FC236}">
                  <a16:creationId xmlns:a16="http://schemas.microsoft.com/office/drawing/2014/main" id="{C068A28B-1596-5219-3E51-564234CA27CD}"/>
                </a:ext>
              </a:extLst>
            </p:cNvPr>
            <p:cNvSpPr/>
            <p:nvPr/>
          </p:nvSpPr>
          <p:spPr>
            <a:xfrm>
              <a:off x="6505368" y="3660852"/>
              <a:ext cx="216000" cy="216000"/>
            </a:xfrm>
            <a:prstGeom prst="flowChartDecision">
              <a:avLst/>
            </a:prstGeom>
            <a:solidFill>
              <a:srgbClr val="00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6" name="Flowchart: Decision 25">
              <a:extLst>
                <a:ext uri="{FF2B5EF4-FFF2-40B4-BE49-F238E27FC236}">
                  <a16:creationId xmlns:a16="http://schemas.microsoft.com/office/drawing/2014/main" id="{C1B0D8A8-50ED-EA3A-4AA1-6A7135839D39}"/>
                </a:ext>
              </a:extLst>
            </p:cNvPr>
            <p:cNvSpPr/>
            <p:nvPr/>
          </p:nvSpPr>
          <p:spPr>
            <a:xfrm>
              <a:off x="4265664" y="1368960"/>
              <a:ext cx="216000" cy="216000"/>
            </a:xfrm>
            <a:prstGeom prst="flowChartDecision">
              <a:avLst/>
            </a:prstGeom>
            <a:solidFill>
              <a:srgbClr val="00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Flowchart: Decision 26">
              <a:extLst>
                <a:ext uri="{FF2B5EF4-FFF2-40B4-BE49-F238E27FC236}">
                  <a16:creationId xmlns:a16="http://schemas.microsoft.com/office/drawing/2014/main" id="{F390DB56-5774-A254-B401-E407D3CA5F19}"/>
                </a:ext>
              </a:extLst>
            </p:cNvPr>
            <p:cNvSpPr/>
            <p:nvPr/>
          </p:nvSpPr>
          <p:spPr>
            <a:xfrm>
              <a:off x="2787418" y="2905252"/>
              <a:ext cx="216000" cy="216000"/>
            </a:xfrm>
            <a:prstGeom prst="flowChartDecision">
              <a:avLst/>
            </a:prstGeom>
            <a:solidFill>
              <a:srgbClr val="00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024" name="Graphic 1023">
              <a:extLst>
                <a:ext uri="{FF2B5EF4-FFF2-40B4-BE49-F238E27FC236}">
                  <a16:creationId xmlns:a16="http://schemas.microsoft.com/office/drawing/2014/main" id="{9DAA69E0-39EC-B00A-0467-BF43B8E60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88007" y="1446806"/>
              <a:ext cx="506332" cy="506332"/>
            </a:xfrm>
            <a:prstGeom prst="rect">
              <a:avLst/>
            </a:prstGeom>
          </p:spPr>
        </p:pic>
        <p:pic>
          <p:nvPicPr>
            <p:cNvPr id="1025" name="Graphic 1024">
              <a:extLst>
                <a:ext uri="{FF2B5EF4-FFF2-40B4-BE49-F238E27FC236}">
                  <a16:creationId xmlns:a16="http://schemas.microsoft.com/office/drawing/2014/main" id="{C24717BE-551B-1DD9-22CF-3DF968E67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87710" y="2957698"/>
              <a:ext cx="506332" cy="506332"/>
            </a:xfrm>
            <a:prstGeom prst="rect">
              <a:avLst/>
            </a:prstGeom>
          </p:spPr>
        </p:pic>
        <p:pic>
          <p:nvPicPr>
            <p:cNvPr id="1027" name="Graphic 1026">
              <a:extLst>
                <a:ext uri="{FF2B5EF4-FFF2-40B4-BE49-F238E27FC236}">
                  <a16:creationId xmlns:a16="http://schemas.microsoft.com/office/drawing/2014/main" id="{F6653725-9E6D-7194-521F-0A73B7B12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87710" y="4260536"/>
              <a:ext cx="506332" cy="506332"/>
            </a:xfrm>
            <a:prstGeom prst="rect">
              <a:avLst/>
            </a:prstGeom>
          </p:spPr>
        </p:pic>
        <p:pic>
          <p:nvPicPr>
            <p:cNvPr id="1028" name="Graphic 1027">
              <a:extLst>
                <a:ext uri="{FF2B5EF4-FFF2-40B4-BE49-F238E27FC236}">
                  <a16:creationId xmlns:a16="http://schemas.microsoft.com/office/drawing/2014/main" id="{542C3236-703B-323B-FF4D-B2517993D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01053" y="6159462"/>
              <a:ext cx="506332" cy="506332"/>
            </a:xfrm>
            <a:prstGeom prst="rect">
              <a:avLst/>
            </a:prstGeom>
          </p:spPr>
        </p:pic>
        <p:pic>
          <p:nvPicPr>
            <p:cNvPr id="1029" name="Graphic 1028">
              <a:extLst>
                <a:ext uri="{FF2B5EF4-FFF2-40B4-BE49-F238E27FC236}">
                  <a16:creationId xmlns:a16="http://schemas.microsoft.com/office/drawing/2014/main" id="{D31516D7-42F9-7567-0517-9790D58B4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65664" y="6159462"/>
              <a:ext cx="506332" cy="506332"/>
            </a:xfrm>
            <a:prstGeom prst="rect">
              <a:avLst/>
            </a:prstGeom>
          </p:spPr>
        </p:pic>
        <p:pic>
          <p:nvPicPr>
            <p:cNvPr id="1030" name="Graphic 1029">
              <a:extLst>
                <a:ext uri="{FF2B5EF4-FFF2-40B4-BE49-F238E27FC236}">
                  <a16:creationId xmlns:a16="http://schemas.microsoft.com/office/drawing/2014/main" id="{095B2B3C-E453-F775-DA7A-7A02BD7D1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36704" y="4982708"/>
              <a:ext cx="506332" cy="506332"/>
            </a:xfrm>
            <a:prstGeom prst="rect">
              <a:avLst/>
            </a:prstGeom>
          </p:spPr>
        </p:pic>
        <p:pic>
          <p:nvPicPr>
            <p:cNvPr id="1031" name="Graphic 1030">
              <a:extLst>
                <a:ext uri="{FF2B5EF4-FFF2-40B4-BE49-F238E27FC236}">
                  <a16:creationId xmlns:a16="http://schemas.microsoft.com/office/drawing/2014/main" id="{99E23851-BA35-FE0B-C1EE-D00101183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19418" y="4380932"/>
              <a:ext cx="506332" cy="506332"/>
            </a:xfrm>
            <a:prstGeom prst="rect">
              <a:avLst/>
            </a:prstGeom>
          </p:spPr>
        </p:pic>
        <p:pic>
          <p:nvPicPr>
            <p:cNvPr id="1032" name="Graphic 1031">
              <a:extLst>
                <a:ext uri="{FF2B5EF4-FFF2-40B4-BE49-F238E27FC236}">
                  <a16:creationId xmlns:a16="http://schemas.microsoft.com/office/drawing/2014/main" id="{23C9A6D8-F39D-AA0D-3698-F1D4B425F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15385" y="3707756"/>
              <a:ext cx="506332" cy="506332"/>
            </a:xfrm>
            <a:prstGeom prst="rect">
              <a:avLst/>
            </a:prstGeom>
          </p:spPr>
        </p:pic>
        <p:pic>
          <p:nvPicPr>
            <p:cNvPr id="1033" name="Graphic 1032">
              <a:extLst>
                <a:ext uri="{FF2B5EF4-FFF2-40B4-BE49-F238E27FC236}">
                  <a16:creationId xmlns:a16="http://schemas.microsoft.com/office/drawing/2014/main" id="{FCFD8567-3B87-8D4B-B116-9E215CCBB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64941" y="6159462"/>
              <a:ext cx="506332" cy="506332"/>
            </a:xfrm>
            <a:prstGeom prst="rect">
              <a:avLst/>
            </a:prstGeom>
          </p:spPr>
        </p:pic>
        <p:pic>
          <p:nvPicPr>
            <p:cNvPr id="1034" name="Graphic 1033">
              <a:extLst>
                <a:ext uri="{FF2B5EF4-FFF2-40B4-BE49-F238E27FC236}">
                  <a16:creationId xmlns:a16="http://schemas.microsoft.com/office/drawing/2014/main" id="{F9247020-9787-3563-E624-0EF86DD07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89870" y="137020"/>
              <a:ext cx="506332" cy="506332"/>
            </a:xfrm>
            <a:prstGeom prst="rect">
              <a:avLst/>
            </a:prstGeom>
          </p:spPr>
        </p:pic>
        <p:pic>
          <p:nvPicPr>
            <p:cNvPr id="1035" name="Graphic 1034">
              <a:extLst>
                <a:ext uri="{FF2B5EF4-FFF2-40B4-BE49-F238E27FC236}">
                  <a16:creationId xmlns:a16="http://schemas.microsoft.com/office/drawing/2014/main" id="{D70FEFFA-02C9-1D66-F084-22B151DE8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31112" y="2543558"/>
              <a:ext cx="506332" cy="506332"/>
            </a:xfrm>
            <a:prstGeom prst="rect">
              <a:avLst/>
            </a:prstGeom>
          </p:spPr>
        </p:pic>
        <p:pic>
          <p:nvPicPr>
            <p:cNvPr id="1036" name="Graphic 1035">
              <a:extLst>
                <a:ext uri="{FF2B5EF4-FFF2-40B4-BE49-F238E27FC236}">
                  <a16:creationId xmlns:a16="http://schemas.microsoft.com/office/drawing/2014/main" id="{9E72C94C-4FA9-E0BF-FF0D-3A8F4C3E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10152" y="4900920"/>
              <a:ext cx="506332" cy="506332"/>
            </a:xfrm>
            <a:prstGeom prst="rect">
              <a:avLst/>
            </a:prstGeom>
          </p:spPr>
        </p:pic>
        <p:pic>
          <p:nvPicPr>
            <p:cNvPr id="1037" name="Graphic 1036">
              <a:extLst>
                <a:ext uri="{FF2B5EF4-FFF2-40B4-BE49-F238E27FC236}">
                  <a16:creationId xmlns:a16="http://schemas.microsoft.com/office/drawing/2014/main" id="{9C5168CD-38D9-A682-F849-771B26C59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10152" y="3427029"/>
              <a:ext cx="506332" cy="506332"/>
            </a:xfrm>
            <a:prstGeom prst="rect">
              <a:avLst/>
            </a:prstGeom>
          </p:spPr>
        </p:pic>
        <p:pic>
          <p:nvPicPr>
            <p:cNvPr id="1038" name="Graphic 1037">
              <a:extLst>
                <a:ext uri="{FF2B5EF4-FFF2-40B4-BE49-F238E27FC236}">
                  <a16:creationId xmlns:a16="http://schemas.microsoft.com/office/drawing/2014/main" id="{F7F53E2A-2A25-D62E-89E1-3EFBAFED6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10152" y="1953138"/>
              <a:ext cx="506332" cy="506332"/>
            </a:xfrm>
            <a:prstGeom prst="rect">
              <a:avLst/>
            </a:prstGeom>
          </p:spPr>
        </p:pic>
        <p:pic>
          <p:nvPicPr>
            <p:cNvPr id="1039" name="Graphic 1038">
              <a:extLst>
                <a:ext uri="{FF2B5EF4-FFF2-40B4-BE49-F238E27FC236}">
                  <a16:creationId xmlns:a16="http://schemas.microsoft.com/office/drawing/2014/main" id="{649E274B-9B54-C20E-64C0-40131F834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0784" y="1974376"/>
              <a:ext cx="506332" cy="506332"/>
            </a:xfrm>
            <a:prstGeom prst="rect">
              <a:avLst/>
            </a:prstGeom>
          </p:spPr>
        </p:pic>
        <p:pic>
          <p:nvPicPr>
            <p:cNvPr id="1040" name="Graphic 1039">
              <a:extLst>
                <a:ext uri="{FF2B5EF4-FFF2-40B4-BE49-F238E27FC236}">
                  <a16:creationId xmlns:a16="http://schemas.microsoft.com/office/drawing/2014/main" id="{C45F01E2-2751-1F85-2FFA-6E036BEE2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94712" y="1301640"/>
              <a:ext cx="506332" cy="506332"/>
            </a:xfrm>
            <a:prstGeom prst="rect">
              <a:avLst/>
            </a:prstGeom>
          </p:spPr>
        </p:pic>
        <p:pic>
          <p:nvPicPr>
            <p:cNvPr id="1041" name="Graphic 1040">
              <a:extLst>
                <a:ext uri="{FF2B5EF4-FFF2-40B4-BE49-F238E27FC236}">
                  <a16:creationId xmlns:a16="http://schemas.microsoft.com/office/drawing/2014/main" id="{E3F3C778-721D-E702-E0F8-65E82C242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90610" y="137020"/>
              <a:ext cx="506332" cy="506332"/>
            </a:xfrm>
            <a:prstGeom prst="rect">
              <a:avLst/>
            </a:prstGeom>
          </p:spPr>
        </p:pic>
        <p:pic>
          <p:nvPicPr>
            <p:cNvPr id="1042" name="Graphic 1041">
              <a:extLst>
                <a:ext uri="{FF2B5EF4-FFF2-40B4-BE49-F238E27FC236}">
                  <a16:creationId xmlns:a16="http://schemas.microsoft.com/office/drawing/2014/main" id="{9F17DE4F-1B00-07E1-5FA8-9E3B10F17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90737" y="85460"/>
              <a:ext cx="506332" cy="506332"/>
            </a:xfrm>
            <a:prstGeom prst="rect">
              <a:avLst/>
            </a:prstGeom>
          </p:spPr>
        </p:pic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266799CD-6C15-9427-CF71-F2994C2FFB27}"/>
              </a:ext>
            </a:extLst>
          </p:cNvPr>
          <p:cNvSpPr/>
          <p:nvPr/>
        </p:nvSpPr>
        <p:spPr>
          <a:xfrm>
            <a:off x="8562241" y="2119542"/>
            <a:ext cx="216000" cy="216000"/>
          </a:xfrm>
          <a:prstGeom prst="ellipse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47" name="Star: 8 Points 1046">
            <a:extLst>
              <a:ext uri="{FF2B5EF4-FFF2-40B4-BE49-F238E27FC236}">
                <a16:creationId xmlns:a16="http://schemas.microsoft.com/office/drawing/2014/main" id="{476F67EC-B067-2870-3484-7C44B28BB075}"/>
              </a:ext>
            </a:extLst>
          </p:cNvPr>
          <p:cNvSpPr/>
          <p:nvPr/>
        </p:nvSpPr>
        <p:spPr>
          <a:xfrm>
            <a:off x="8490241" y="247438"/>
            <a:ext cx="360000" cy="360000"/>
          </a:xfrm>
          <a:prstGeom prst="star8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L</a:t>
            </a:r>
            <a:endParaRPr lang="en-ID" sz="12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48" name="Star: 8 Points 1047">
            <a:extLst>
              <a:ext uri="{FF2B5EF4-FFF2-40B4-BE49-F238E27FC236}">
                <a16:creationId xmlns:a16="http://schemas.microsoft.com/office/drawing/2014/main" id="{FE2A7D53-9E82-80D1-FC2C-1BE1BC3FA6BB}"/>
              </a:ext>
            </a:extLst>
          </p:cNvPr>
          <p:cNvSpPr/>
          <p:nvPr/>
        </p:nvSpPr>
        <p:spPr>
          <a:xfrm>
            <a:off x="8490241" y="1225092"/>
            <a:ext cx="360000" cy="360000"/>
          </a:xfrm>
          <a:prstGeom prst="star8">
            <a:avLst/>
          </a:prstGeom>
          <a:solidFill>
            <a:srgbClr val="FF99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T</a:t>
            </a:r>
            <a:endParaRPr lang="en-ID" sz="12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88AD9-A1C5-C4B1-19F0-D95357BD2EB4}"/>
              </a:ext>
            </a:extLst>
          </p:cNvPr>
          <p:cNvSpPr/>
          <p:nvPr/>
        </p:nvSpPr>
        <p:spPr>
          <a:xfrm>
            <a:off x="0" y="0"/>
            <a:ext cx="9143999" cy="509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Map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915288E-4A3D-2EEA-CA30-046BC724ED48}"/>
              </a:ext>
            </a:extLst>
          </p:cNvPr>
          <p:cNvGrpSpPr/>
          <p:nvPr/>
        </p:nvGrpSpPr>
        <p:grpSpPr>
          <a:xfrm>
            <a:off x="0" y="509155"/>
            <a:ext cx="9144000" cy="6354763"/>
            <a:chOff x="0" y="509155"/>
            <a:chExt cx="9144000" cy="635476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C585199-8A4F-F456-F19B-CAE4F2F3F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09155"/>
              <a:ext cx="9144000" cy="6354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E0FDDB9-7D69-F888-DB55-38095501D92F}"/>
                </a:ext>
              </a:extLst>
            </p:cNvPr>
            <p:cNvSpPr txBox="1"/>
            <p:nvPr/>
          </p:nvSpPr>
          <p:spPr>
            <a:xfrm rot="974882">
              <a:off x="2799080" y="2179915"/>
              <a:ext cx="6976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Long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FB0059-3657-0972-28E2-58FEBDCBA084}"/>
                </a:ext>
              </a:extLst>
            </p:cNvPr>
            <p:cNvSpPr txBox="1"/>
            <p:nvPr/>
          </p:nvSpPr>
          <p:spPr>
            <a:xfrm rot="20134913">
              <a:off x="2564765" y="2698075"/>
              <a:ext cx="6976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L-Bush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290FDC-0DA4-5FF5-58C9-3E32E0F8D082}"/>
                </a:ext>
              </a:extLst>
            </p:cNvPr>
            <p:cNvSpPr txBox="1"/>
            <p:nvPr/>
          </p:nvSpPr>
          <p:spPr>
            <a:xfrm>
              <a:off x="3798878" y="2767965"/>
              <a:ext cx="3834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Dot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88AD2B-E060-31B6-8709-56F2C14159C6}"/>
                </a:ext>
              </a:extLst>
            </p:cNvPr>
            <p:cNvSpPr txBox="1"/>
            <p:nvPr/>
          </p:nvSpPr>
          <p:spPr>
            <a:xfrm rot="19709635">
              <a:off x="4035667" y="3044338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S-Bush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05E9F7-FB36-67CD-4659-3EF24E9636A4}"/>
                </a:ext>
              </a:extLst>
            </p:cNvPr>
            <p:cNvSpPr txBox="1"/>
            <p:nvPr/>
          </p:nvSpPr>
          <p:spPr>
            <a:xfrm>
              <a:off x="1640964" y="2821185"/>
              <a:ext cx="3626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CB129D-5268-6D68-C399-C5BB9CC3B8C4}"/>
                </a:ext>
              </a:extLst>
            </p:cNvPr>
            <p:cNvSpPr txBox="1"/>
            <p:nvPr/>
          </p:nvSpPr>
          <p:spPr>
            <a:xfrm>
              <a:off x="3021654" y="3000444"/>
              <a:ext cx="6687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Tri-Bush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DD54B9-B974-1810-F509-CF882F1954A2}"/>
                </a:ext>
              </a:extLst>
            </p:cNvPr>
            <p:cNvSpPr txBox="1"/>
            <p:nvPr/>
          </p:nvSpPr>
          <p:spPr>
            <a:xfrm>
              <a:off x="4144272" y="2574880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Golem</a:t>
              </a:r>
              <a:endParaRPr lang="en-ID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0656DD-7A51-E886-0FC3-98C65B34144A}"/>
                </a:ext>
              </a:extLst>
            </p:cNvPr>
            <p:cNvSpPr txBox="1"/>
            <p:nvPr/>
          </p:nvSpPr>
          <p:spPr>
            <a:xfrm>
              <a:off x="3655745" y="2244848"/>
              <a:ext cx="7200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Crammer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DCE9DD-B37E-37B7-0F88-501F38BC61A8}"/>
                </a:ext>
              </a:extLst>
            </p:cNvPr>
            <p:cNvSpPr txBox="1"/>
            <p:nvPr/>
          </p:nvSpPr>
          <p:spPr>
            <a:xfrm>
              <a:off x="2166035" y="3317205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Lizard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F91A8A-1007-F3F4-A40A-C63B30CD3560}"/>
                </a:ext>
              </a:extLst>
            </p:cNvPr>
            <p:cNvSpPr txBox="1"/>
            <p:nvPr/>
          </p:nvSpPr>
          <p:spPr>
            <a:xfrm>
              <a:off x="2408311" y="3826360"/>
              <a:ext cx="5052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A19DAD-D5A5-04AF-0B72-CF003C3AEEC2}"/>
                </a:ext>
              </a:extLst>
            </p:cNvPr>
            <p:cNvSpPr txBox="1"/>
            <p:nvPr/>
          </p:nvSpPr>
          <p:spPr>
            <a:xfrm>
              <a:off x="3572854" y="4371357"/>
              <a:ext cx="6094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George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9B157C-3E38-1D7D-33BE-69172ED40546}"/>
                </a:ext>
              </a:extLst>
            </p:cNvPr>
            <p:cNvSpPr txBox="1"/>
            <p:nvPr/>
          </p:nvSpPr>
          <p:spPr>
            <a:xfrm>
              <a:off x="4571999" y="4777620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61E733-FB75-97D5-09F6-D74C3325CCB5}"/>
                </a:ext>
              </a:extLst>
            </p:cNvPr>
            <p:cNvSpPr txBox="1"/>
            <p:nvPr/>
          </p:nvSpPr>
          <p:spPr>
            <a:xfrm>
              <a:off x="2963865" y="3643508"/>
              <a:ext cx="553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Purple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66095F-122B-CADF-35C8-C96EBF57E479}"/>
                </a:ext>
              </a:extLst>
            </p:cNvPr>
            <p:cNvSpPr txBox="1"/>
            <p:nvPr/>
          </p:nvSpPr>
          <p:spPr>
            <a:xfrm>
              <a:off x="3472506" y="3418801"/>
              <a:ext cx="6527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Ambush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7A7BA6-DABE-BC96-DE4D-8C35EF353473}"/>
                </a:ext>
              </a:extLst>
            </p:cNvPr>
            <p:cNvSpPr txBox="1"/>
            <p:nvPr/>
          </p:nvSpPr>
          <p:spPr>
            <a:xfrm>
              <a:off x="1822264" y="2056804"/>
              <a:ext cx="43954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163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8D0138C-1106-0531-EDFF-370E2911BDC1}"/>
              </a:ext>
            </a:extLst>
          </p:cNvPr>
          <p:cNvGrpSpPr/>
          <p:nvPr/>
        </p:nvGrpSpPr>
        <p:grpSpPr>
          <a:xfrm>
            <a:off x="0" y="0"/>
            <a:ext cx="9144000" cy="6863918"/>
            <a:chOff x="0" y="0"/>
            <a:chExt cx="9144000" cy="686391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C585199-8A4F-F456-F19B-CAE4F2F3F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09155"/>
              <a:ext cx="9144000" cy="6354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588AD9-A1C5-C4B1-19F0-D95357BD2EB4}"/>
                </a:ext>
              </a:extLst>
            </p:cNvPr>
            <p:cNvSpPr/>
            <p:nvPr/>
          </p:nvSpPr>
          <p:spPr>
            <a:xfrm>
              <a:off x="0" y="0"/>
              <a:ext cx="9143999" cy="5091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Turret Priority</a:t>
              </a:r>
              <a:endParaRPr lang="en-ID" i="1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1073CCE-EFFB-85D0-8E7F-3B0E02ABA327}"/>
                </a:ext>
              </a:extLst>
            </p:cNvPr>
            <p:cNvSpPr/>
            <p:nvPr/>
          </p:nvSpPr>
          <p:spPr>
            <a:xfrm>
              <a:off x="2979420" y="1709420"/>
              <a:ext cx="251460" cy="25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  <a:endParaRPr lang="en-ID" sz="14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31D3E7-2B62-2FA7-3F6C-52EB2AFE3E3B}"/>
                </a:ext>
              </a:extLst>
            </p:cNvPr>
            <p:cNvSpPr/>
            <p:nvPr/>
          </p:nvSpPr>
          <p:spPr>
            <a:xfrm>
              <a:off x="7959090" y="4518831"/>
              <a:ext cx="251460" cy="25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</a:t>
              </a:r>
              <a:endParaRPr lang="en-ID" sz="1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4D3739-EB8B-3AB4-C01A-53283D7DBEF5}"/>
                </a:ext>
              </a:extLst>
            </p:cNvPr>
            <p:cNvSpPr/>
            <p:nvPr/>
          </p:nvSpPr>
          <p:spPr>
            <a:xfrm>
              <a:off x="4606290" y="1709420"/>
              <a:ext cx="251460" cy="25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  <a:endParaRPr lang="en-ID" sz="14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D639D4-E38C-234D-169E-6D69BCC8F4AB}"/>
                </a:ext>
              </a:extLst>
            </p:cNvPr>
            <p:cNvSpPr/>
            <p:nvPr/>
          </p:nvSpPr>
          <p:spPr>
            <a:xfrm>
              <a:off x="7959090" y="3429000"/>
              <a:ext cx="251460" cy="25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4</a:t>
              </a:r>
              <a:endParaRPr lang="en-ID" sz="1400" dirty="0"/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572BA502-8B88-DD12-300B-B4F11CC16350}"/>
                </a:ext>
              </a:extLst>
            </p:cNvPr>
            <p:cNvSpPr/>
            <p:nvPr/>
          </p:nvSpPr>
          <p:spPr>
            <a:xfrm>
              <a:off x="5082918" y="3035096"/>
              <a:ext cx="324000" cy="324000"/>
            </a:xfrm>
            <a:prstGeom prst="diamond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5</a:t>
              </a:r>
              <a:endParaRPr lang="en-ID" sz="1400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CE1DC9F-2035-704C-9C79-F7611B1CAF44}"/>
                </a:ext>
              </a:extLst>
            </p:cNvPr>
            <p:cNvGrpSpPr/>
            <p:nvPr/>
          </p:nvGrpSpPr>
          <p:grpSpPr>
            <a:xfrm>
              <a:off x="88936" y="3103575"/>
              <a:ext cx="1922193" cy="1415256"/>
              <a:chOff x="1308687" y="3681000"/>
              <a:chExt cx="1922193" cy="141525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1A5A46C-F30A-7B7E-FD3F-5CDB6772F436}"/>
                  </a:ext>
                </a:extLst>
              </p:cNvPr>
              <p:cNvSpPr/>
              <p:nvPr/>
            </p:nvSpPr>
            <p:spPr>
              <a:xfrm>
                <a:off x="1308687" y="3681000"/>
                <a:ext cx="1922193" cy="141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	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CONDITIONS</a:t>
                </a:r>
                <a:endParaRPr lang="en-US" sz="1200" dirty="0">
                  <a:solidFill>
                    <a:schemeClr val="bg1"/>
                  </a:solidFill>
                </a:endParaRPr>
              </a:p>
              <a:p>
                <a:endParaRPr lang="en-US" sz="12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No Enemy Frontliner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+2 Body (Pos 3 &amp; 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+1 Damage (Pos 1/2)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+1 CC (Pos 4)</a:t>
                </a:r>
                <a:endParaRPr lang="en-ID" sz="1200" dirty="0"/>
              </a:p>
            </p:txBody>
          </p:sp>
          <p:sp>
            <p:nvSpPr>
              <p:cNvPr id="8" name="Diamond 7">
                <a:extLst>
                  <a:ext uri="{FF2B5EF4-FFF2-40B4-BE49-F238E27FC236}">
                    <a16:creationId xmlns:a16="http://schemas.microsoft.com/office/drawing/2014/main" id="{EFDF0209-FA68-AAE5-BC7F-99BBC39F75DE}"/>
                  </a:ext>
                </a:extLst>
              </p:cNvPr>
              <p:cNvSpPr/>
              <p:nvPr/>
            </p:nvSpPr>
            <p:spPr>
              <a:xfrm>
                <a:off x="1416455" y="3778536"/>
                <a:ext cx="324000" cy="324000"/>
              </a:xfrm>
              <a:prstGeom prst="diamond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400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562D29D-12AF-4DA0-3727-0CBE3ECF2319}"/>
                </a:ext>
              </a:extLst>
            </p:cNvPr>
            <p:cNvGrpSpPr/>
            <p:nvPr/>
          </p:nvGrpSpPr>
          <p:grpSpPr>
            <a:xfrm>
              <a:off x="88936" y="1387449"/>
              <a:ext cx="1922193" cy="1415256"/>
              <a:chOff x="1308687" y="3681000"/>
              <a:chExt cx="1922193" cy="141525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8BCF1ED-9D26-A174-198F-DDC5C5C2BB8F}"/>
                  </a:ext>
                </a:extLst>
              </p:cNvPr>
              <p:cNvSpPr/>
              <p:nvPr/>
            </p:nvSpPr>
            <p:spPr>
              <a:xfrm>
                <a:off x="1308687" y="3681000"/>
                <a:ext cx="1922193" cy="141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	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CONDITIONS</a:t>
                </a:r>
                <a:endParaRPr lang="en-US" sz="1200" dirty="0">
                  <a:solidFill>
                    <a:schemeClr val="bg1"/>
                  </a:solidFill>
                </a:endParaRPr>
              </a:p>
              <a:p>
                <a:endParaRPr lang="en-US" sz="12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Flanking Position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Long Zone (1-D)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+1 Damage (Pos 1/2)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</a:rPr>
                  <a:t>+1 Body (Pos 3/5)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D34E8F4-3B87-F0D3-EDC1-BA84464492E9}"/>
                  </a:ext>
                </a:extLst>
              </p:cNvPr>
              <p:cNvSpPr/>
              <p:nvPr/>
            </p:nvSpPr>
            <p:spPr>
              <a:xfrm>
                <a:off x="1416455" y="3778536"/>
                <a:ext cx="324000" cy="324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135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585199-8A4F-F456-F19B-CAE4F2F3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9155"/>
            <a:ext cx="9144000" cy="635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588AD9-A1C5-C4B1-19F0-D95357BD2EB4}"/>
              </a:ext>
            </a:extLst>
          </p:cNvPr>
          <p:cNvSpPr/>
          <p:nvPr/>
        </p:nvSpPr>
        <p:spPr>
          <a:xfrm>
            <a:off x="0" y="0"/>
            <a:ext cx="9143999" cy="509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Heavy Objective Set Up</a:t>
            </a:r>
            <a:endParaRPr lang="en-ID" i="1" dirty="0"/>
          </a:p>
        </p:txBody>
      </p:sp>
      <p:sp>
        <p:nvSpPr>
          <p:cNvPr id="1079" name="Freeform: Shape 1078">
            <a:extLst>
              <a:ext uri="{FF2B5EF4-FFF2-40B4-BE49-F238E27FC236}">
                <a16:creationId xmlns:a16="http://schemas.microsoft.com/office/drawing/2014/main" id="{B57F22E6-41EB-0CB0-80D3-F8E627C87FC2}"/>
              </a:ext>
            </a:extLst>
          </p:cNvPr>
          <p:cNvSpPr/>
          <p:nvPr/>
        </p:nvSpPr>
        <p:spPr>
          <a:xfrm>
            <a:off x="2893834" y="2220655"/>
            <a:ext cx="863759" cy="621615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759" h="621615">
                <a:moveTo>
                  <a:pt x="862826" y="65345"/>
                </a:moveTo>
                <a:cubicBezTo>
                  <a:pt x="889496" y="-26095"/>
                  <a:pt x="337046" y="-19745"/>
                  <a:pt x="199886" y="72965"/>
                </a:cubicBezTo>
                <a:cubicBezTo>
                  <a:pt x="62726" y="165675"/>
                  <a:pt x="-68084" y="624145"/>
                  <a:pt x="39866" y="621605"/>
                </a:cubicBezTo>
                <a:cubicBezTo>
                  <a:pt x="147816" y="619065"/>
                  <a:pt x="836156" y="156785"/>
                  <a:pt x="862826" y="65345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     </a:t>
            </a:r>
          </a:p>
          <a:p>
            <a:r>
              <a:rPr lang="en-US" sz="1200" dirty="0"/>
              <a:t>  Exp</a:t>
            </a:r>
          </a:p>
          <a:p>
            <a:pPr algn="ctr"/>
            <a:endParaRPr lang="en-ID" dirty="0"/>
          </a:p>
        </p:txBody>
      </p:sp>
      <p:sp>
        <p:nvSpPr>
          <p:cNvPr id="1080" name="Freeform: Shape 1079">
            <a:extLst>
              <a:ext uri="{FF2B5EF4-FFF2-40B4-BE49-F238E27FC236}">
                <a16:creationId xmlns:a16="http://schemas.microsoft.com/office/drawing/2014/main" id="{C1420CC7-505F-CC36-BABB-3C41349DDE36}"/>
              </a:ext>
            </a:extLst>
          </p:cNvPr>
          <p:cNvSpPr/>
          <p:nvPr/>
        </p:nvSpPr>
        <p:spPr>
          <a:xfrm>
            <a:off x="3558243" y="2612560"/>
            <a:ext cx="1023633" cy="684736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823321 w 880471"/>
              <a:gd name="connsiteY0" fmla="*/ 310 h 683587"/>
              <a:gd name="connsiteX1" fmla="*/ 720451 w 880471"/>
              <a:gd name="connsiteY1" fmla="*/ 640390 h 683587"/>
              <a:gd name="connsiteX2" fmla="*/ 361 w 880471"/>
              <a:gd name="connsiteY2" fmla="*/ 556570 h 683587"/>
              <a:gd name="connsiteX3" fmla="*/ 823321 w 880471"/>
              <a:gd name="connsiteY3" fmla="*/ 310 h 683587"/>
              <a:gd name="connsiteX0" fmla="*/ 526479 w 561615"/>
              <a:gd name="connsiteY0" fmla="*/ 8186 h 664696"/>
              <a:gd name="connsiteX1" fmla="*/ 423609 w 561615"/>
              <a:gd name="connsiteY1" fmla="*/ 648266 h 664696"/>
              <a:gd name="connsiteX2" fmla="*/ 699 w 561615"/>
              <a:gd name="connsiteY2" fmla="*/ 309176 h 664696"/>
              <a:gd name="connsiteX3" fmla="*/ 526479 w 561615"/>
              <a:gd name="connsiteY3" fmla="*/ 8186 h 664696"/>
              <a:gd name="connsiteX0" fmla="*/ 891863 w 954093"/>
              <a:gd name="connsiteY0" fmla="*/ 2915 h 962168"/>
              <a:gd name="connsiteX1" fmla="*/ 788993 w 954093"/>
              <a:gd name="connsiteY1" fmla="*/ 642995 h 962168"/>
              <a:gd name="connsiteX2" fmla="*/ 323 w 954093"/>
              <a:gd name="connsiteY2" fmla="*/ 940175 h 962168"/>
              <a:gd name="connsiteX3" fmla="*/ 891863 w 954093"/>
              <a:gd name="connsiteY3" fmla="*/ 2915 h 962168"/>
              <a:gd name="connsiteX0" fmla="*/ 960414 w 1027724"/>
              <a:gd name="connsiteY0" fmla="*/ 1259 h 670931"/>
              <a:gd name="connsiteX1" fmla="*/ 857544 w 1027724"/>
              <a:gd name="connsiteY1" fmla="*/ 641339 h 670931"/>
              <a:gd name="connsiteX2" fmla="*/ 294 w 1027724"/>
              <a:gd name="connsiteY2" fmla="*/ 482145 h 670931"/>
              <a:gd name="connsiteX3" fmla="*/ 960414 w 1027724"/>
              <a:gd name="connsiteY3" fmla="*/ 1259 h 670931"/>
              <a:gd name="connsiteX0" fmla="*/ 956606 w 1023633"/>
              <a:gd name="connsiteY0" fmla="*/ 274 h 684736"/>
              <a:gd name="connsiteX1" fmla="*/ 853736 w 1023633"/>
              <a:gd name="connsiteY1" fmla="*/ 640354 h 684736"/>
              <a:gd name="connsiteX2" fmla="*/ 296 w 1023633"/>
              <a:gd name="connsiteY2" fmla="*/ 561170 h 684736"/>
              <a:gd name="connsiteX3" fmla="*/ 956606 w 1023633"/>
              <a:gd name="connsiteY3" fmla="*/ 274 h 684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3633" h="684736">
                <a:moveTo>
                  <a:pt x="956606" y="274"/>
                </a:moveTo>
                <a:cubicBezTo>
                  <a:pt x="1098846" y="13471"/>
                  <a:pt x="990896" y="547644"/>
                  <a:pt x="853736" y="640354"/>
                </a:cubicBezTo>
                <a:cubicBezTo>
                  <a:pt x="716576" y="733064"/>
                  <a:pt x="-16849" y="667850"/>
                  <a:pt x="296" y="561170"/>
                </a:cubicBezTo>
                <a:cubicBezTo>
                  <a:pt x="17441" y="454490"/>
                  <a:pt x="814366" y="-12923"/>
                  <a:pt x="956606" y="274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       Roam</a:t>
            </a:r>
          </a:p>
          <a:p>
            <a:pPr algn="ctr"/>
            <a:endParaRPr lang="en-ID" dirty="0"/>
          </a:p>
        </p:txBody>
      </p:sp>
      <p:sp>
        <p:nvSpPr>
          <p:cNvPr id="1082" name="Freeform: Shape 1081">
            <a:extLst>
              <a:ext uri="{FF2B5EF4-FFF2-40B4-BE49-F238E27FC236}">
                <a16:creationId xmlns:a16="http://schemas.microsoft.com/office/drawing/2014/main" id="{CA064216-324C-490B-89FA-12D48612112E}"/>
              </a:ext>
            </a:extLst>
          </p:cNvPr>
          <p:cNvSpPr/>
          <p:nvPr/>
        </p:nvSpPr>
        <p:spPr>
          <a:xfrm>
            <a:off x="2792688" y="2709580"/>
            <a:ext cx="805100" cy="490695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823321 w 880471"/>
              <a:gd name="connsiteY0" fmla="*/ 310 h 683587"/>
              <a:gd name="connsiteX1" fmla="*/ 720451 w 880471"/>
              <a:gd name="connsiteY1" fmla="*/ 640390 h 683587"/>
              <a:gd name="connsiteX2" fmla="*/ 361 w 880471"/>
              <a:gd name="connsiteY2" fmla="*/ 556570 h 683587"/>
              <a:gd name="connsiteX3" fmla="*/ 823321 w 880471"/>
              <a:gd name="connsiteY3" fmla="*/ 310 h 683587"/>
              <a:gd name="connsiteX0" fmla="*/ 526479 w 561615"/>
              <a:gd name="connsiteY0" fmla="*/ 8186 h 664696"/>
              <a:gd name="connsiteX1" fmla="*/ 423609 w 561615"/>
              <a:gd name="connsiteY1" fmla="*/ 648266 h 664696"/>
              <a:gd name="connsiteX2" fmla="*/ 699 w 561615"/>
              <a:gd name="connsiteY2" fmla="*/ 309176 h 664696"/>
              <a:gd name="connsiteX3" fmla="*/ 526479 w 561615"/>
              <a:gd name="connsiteY3" fmla="*/ 8186 h 664696"/>
              <a:gd name="connsiteX0" fmla="*/ 891863 w 954093"/>
              <a:gd name="connsiteY0" fmla="*/ 2915 h 962168"/>
              <a:gd name="connsiteX1" fmla="*/ 788993 w 954093"/>
              <a:gd name="connsiteY1" fmla="*/ 642995 h 962168"/>
              <a:gd name="connsiteX2" fmla="*/ 323 w 954093"/>
              <a:gd name="connsiteY2" fmla="*/ 940175 h 962168"/>
              <a:gd name="connsiteX3" fmla="*/ 891863 w 954093"/>
              <a:gd name="connsiteY3" fmla="*/ 2915 h 962168"/>
              <a:gd name="connsiteX0" fmla="*/ 960414 w 1027724"/>
              <a:gd name="connsiteY0" fmla="*/ 1259 h 670931"/>
              <a:gd name="connsiteX1" fmla="*/ 857544 w 1027724"/>
              <a:gd name="connsiteY1" fmla="*/ 641339 h 670931"/>
              <a:gd name="connsiteX2" fmla="*/ 294 w 1027724"/>
              <a:gd name="connsiteY2" fmla="*/ 482145 h 670931"/>
              <a:gd name="connsiteX3" fmla="*/ 960414 w 1027724"/>
              <a:gd name="connsiteY3" fmla="*/ 1259 h 670931"/>
              <a:gd name="connsiteX0" fmla="*/ 964417 w 984827"/>
              <a:gd name="connsiteY0" fmla="*/ 2117 h 495406"/>
              <a:gd name="connsiteX1" fmla="*/ 619566 w 984827"/>
              <a:gd name="connsiteY1" fmla="*/ 317263 h 495406"/>
              <a:gd name="connsiteX2" fmla="*/ 4297 w 984827"/>
              <a:gd name="connsiteY2" fmla="*/ 483003 h 495406"/>
              <a:gd name="connsiteX3" fmla="*/ 964417 w 984827"/>
              <a:gd name="connsiteY3" fmla="*/ 2117 h 495406"/>
              <a:gd name="connsiteX0" fmla="*/ 760891 w 801094"/>
              <a:gd name="connsiteY0" fmla="*/ 1137 h 742311"/>
              <a:gd name="connsiteX1" fmla="*/ 616110 w 801094"/>
              <a:gd name="connsiteY1" fmla="*/ 549777 h 742311"/>
              <a:gd name="connsiteX2" fmla="*/ 841 w 801094"/>
              <a:gd name="connsiteY2" fmla="*/ 715517 h 742311"/>
              <a:gd name="connsiteX3" fmla="*/ 760891 w 801094"/>
              <a:gd name="connsiteY3" fmla="*/ 1137 h 742311"/>
              <a:gd name="connsiteX0" fmla="*/ 761157 w 998814"/>
              <a:gd name="connsiteY0" fmla="*/ 15255 h 732617"/>
              <a:gd name="connsiteX1" fmla="*/ 947847 w 998814"/>
              <a:gd name="connsiteY1" fmla="*/ 266715 h 732617"/>
              <a:gd name="connsiteX2" fmla="*/ 1107 w 998814"/>
              <a:gd name="connsiteY2" fmla="*/ 729635 h 732617"/>
              <a:gd name="connsiteX3" fmla="*/ 761157 w 998814"/>
              <a:gd name="connsiteY3" fmla="*/ 15255 h 732617"/>
              <a:gd name="connsiteX0" fmla="*/ 761157 w 998814"/>
              <a:gd name="connsiteY0" fmla="*/ 15255 h 733070"/>
              <a:gd name="connsiteX1" fmla="*/ 947847 w 998814"/>
              <a:gd name="connsiteY1" fmla="*/ 266715 h 733070"/>
              <a:gd name="connsiteX2" fmla="*/ 1107 w 998814"/>
              <a:gd name="connsiteY2" fmla="*/ 729635 h 733070"/>
              <a:gd name="connsiteX3" fmla="*/ 761157 w 998814"/>
              <a:gd name="connsiteY3" fmla="*/ 15255 h 733070"/>
              <a:gd name="connsiteX0" fmla="*/ 761157 w 998814"/>
              <a:gd name="connsiteY0" fmla="*/ 15255 h 732823"/>
              <a:gd name="connsiteX1" fmla="*/ 947847 w 998814"/>
              <a:gd name="connsiteY1" fmla="*/ 266715 h 732823"/>
              <a:gd name="connsiteX2" fmla="*/ 1107 w 998814"/>
              <a:gd name="connsiteY2" fmla="*/ 729635 h 732823"/>
              <a:gd name="connsiteX3" fmla="*/ 761157 w 998814"/>
              <a:gd name="connsiteY3" fmla="*/ 15255 h 732823"/>
              <a:gd name="connsiteX0" fmla="*/ 634208 w 985767"/>
              <a:gd name="connsiteY0" fmla="*/ 12661 h 792737"/>
              <a:gd name="connsiteX1" fmla="*/ 950438 w 985767"/>
              <a:gd name="connsiteY1" fmla="*/ 325095 h 792737"/>
              <a:gd name="connsiteX2" fmla="*/ 3698 w 985767"/>
              <a:gd name="connsiteY2" fmla="*/ 788015 h 792737"/>
              <a:gd name="connsiteX3" fmla="*/ 634208 w 985767"/>
              <a:gd name="connsiteY3" fmla="*/ 12661 h 792737"/>
              <a:gd name="connsiteX0" fmla="*/ 550911 w 901389"/>
              <a:gd name="connsiteY0" fmla="*/ 4 h 382279"/>
              <a:gd name="connsiteX1" fmla="*/ 867141 w 901389"/>
              <a:gd name="connsiteY1" fmla="*/ 312438 h 382279"/>
              <a:gd name="connsiteX2" fmla="*/ 4221 w 901389"/>
              <a:gd name="connsiteY2" fmla="*/ 318158 h 382279"/>
              <a:gd name="connsiteX3" fmla="*/ 550911 w 901389"/>
              <a:gd name="connsiteY3" fmla="*/ 4 h 382279"/>
              <a:gd name="connsiteX0" fmla="*/ 547815 w 757281"/>
              <a:gd name="connsiteY0" fmla="*/ 1507 h 502610"/>
              <a:gd name="connsiteX1" fmla="*/ 707835 w 757281"/>
              <a:gd name="connsiteY1" fmla="*/ 462531 h 502610"/>
              <a:gd name="connsiteX2" fmla="*/ 1125 w 757281"/>
              <a:gd name="connsiteY2" fmla="*/ 319661 h 502610"/>
              <a:gd name="connsiteX3" fmla="*/ 547815 w 757281"/>
              <a:gd name="connsiteY3" fmla="*/ 1507 h 502610"/>
              <a:gd name="connsiteX0" fmla="*/ 547815 w 770315"/>
              <a:gd name="connsiteY0" fmla="*/ 1507 h 502610"/>
              <a:gd name="connsiteX1" fmla="*/ 707835 w 770315"/>
              <a:gd name="connsiteY1" fmla="*/ 462531 h 502610"/>
              <a:gd name="connsiteX2" fmla="*/ 1125 w 770315"/>
              <a:gd name="connsiteY2" fmla="*/ 319661 h 502610"/>
              <a:gd name="connsiteX3" fmla="*/ 547815 w 770315"/>
              <a:gd name="connsiteY3" fmla="*/ 1507 h 502610"/>
              <a:gd name="connsiteX0" fmla="*/ 547815 w 770315"/>
              <a:gd name="connsiteY0" fmla="*/ 1507 h 491782"/>
              <a:gd name="connsiteX1" fmla="*/ 707835 w 770315"/>
              <a:gd name="connsiteY1" fmla="*/ 462531 h 491782"/>
              <a:gd name="connsiteX2" fmla="*/ 1125 w 770315"/>
              <a:gd name="connsiteY2" fmla="*/ 319661 h 491782"/>
              <a:gd name="connsiteX3" fmla="*/ 547815 w 770315"/>
              <a:gd name="connsiteY3" fmla="*/ 1507 h 491782"/>
              <a:gd name="connsiteX0" fmla="*/ 547845 w 805100"/>
              <a:gd name="connsiteY0" fmla="*/ 420 h 490695"/>
              <a:gd name="connsiteX1" fmla="*/ 784903 w 805100"/>
              <a:gd name="connsiteY1" fmla="*/ 255664 h 490695"/>
              <a:gd name="connsiteX2" fmla="*/ 707865 w 805100"/>
              <a:gd name="connsiteY2" fmla="*/ 461444 h 490695"/>
              <a:gd name="connsiteX3" fmla="*/ 1155 w 805100"/>
              <a:gd name="connsiteY3" fmla="*/ 318574 h 490695"/>
              <a:gd name="connsiteX4" fmla="*/ 547845 w 805100"/>
              <a:gd name="connsiteY4" fmla="*/ 420 h 49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100" h="490695">
                <a:moveTo>
                  <a:pt x="547845" y="420"/>
                </a:moveTo>
                <a:cubicBezTo>
                  <a:pt x="678470" y="-10065"/>
                  <a:pt x="758233" y="178827"/>
                  <a:pt x="784903" y="255664"/>
                </a:cubicBezTo>
                <a:cubicBezTo>
                  <a:pt x="811573" y="332501"/>
                  <a:pt x="832140" y="443339"/>
                  <a:pt x="707865" y="461444"/>
                </a:cubicBezTo>
                <a:cubicBezTo>
                  <a:pt x="532605" y="556693"/>
                  <a:pt x="27825" y="395411"/>
                  <a:pt x="1155" y="318574"/>
                </a:cubicBezTo>
                <a:cubicBezTo>
                  <a:pt x="-25515" y="241737"/>
                  <a:pt x="417220" y="10905"/>
                  <a:pt x="547845" y="420"/>
                </a:cubicBezTo>
                <a:close/>
              </a:path>
            </a:pathLst>
          </a:custGeom>
          <a:solidFill>
            <a:srgbClr val="0000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Dmg</a:t>
            </a:r>
          </a:p>
          <a:p>
            <a:pPr algn="ctr"/>
            <a:endParaRPr lang="en-ID" dirty="0"/>
          </a:p>
        </p:txBody>
      </p:sp>
      <p:sp>
        <p:nvSpPr>
          <p:cNvPr id="1084" name="Freeform: Shape 1083">
            <a:extLst>
              <a:ext uri="{FF2B5EF4-FFF2-40B4-BE49-F238E27FC236}">
                <a16:creationId xmlns:a16="http://schemas.microsoft.com/office/drawing/2014/main" id="{67FC081A-1E03-6EA3-B2F6-701C246F59B5}"/>
              </a:ext>
            </a:extLst>
          </p:cNvPr>
          <p:cNvSpPr/>
          <p:nvPr/>
        </p:nvSpPr>
        <p:spPr>
          <a:xfrm>
            <a:off x="5142900" y="3641563"/>
            <a:ext cx="930274" cy="658810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786983 w 787114"/>
              <a:gd name="connsiteY0" fmla="*/ 83454 h 908960"/>
              <a:gd name="connsiteX1" fmla="*/ 124043 w 787114"/>
              <a:gd name="connsiteY1" fmla="*/ 91074 h 908960"/>
              <a:gd name="connsiteX2" fmla="*/ 65623 w 787114"/>
              <a:gd name="connsiteY2" fmla="*/ 908954 h 908960"/>
              <a:gd name="connsiteX3" fmla="*/ 786983 w 787114"/>
              <a:gd name="connsiteY3" fmla="*/ 83454 h 908960"/>
              <a:gd name="connsiteX0" fmla="*/ 800013 w 800053"/>
              <a:gd name="connsiteY0" fmla="*/ 25817 h 852997"/>
              <a:gd name="connsiteX1" fmla="*/ 111673 w 800053"/>
              <a:gd name="connsiteY1" fmla="*/ 241717 h 852997"/>
              <a:gd name="connsiteX2" fmla="*/ 78653 w 800053"/>
              <a:gd name="connsiteY2" fmla="*/ 851317 h 852997"/>
              <a:gd name="connsiteX3" fmla="*/ 800013 w 800053"/>
              <a:gd name="connsiteY3" fmla="*/ 25817 h 852997"/>
              <a:gd name="connsiteX0" fmla="*/ 930241 w 930274"/>
              <a:gd name="connsiteY0" fmla="*/ 107478 h 658810"/>
              <a:gd name="connsiteX1" fmla="*/ 119981 w 930274"/>
              <a:gd name="connsiteY1" fmla="*/ 49058 h 658810"/>
              <a:gd name="connsiteX2" fmla="*/ 86961 w 930274"/>
              <a:gd name="connsiteY2" fmla="*/ 658658 h 658810"/>
              <a:gd name="connsiteX3" fmla="*/ 930241 w 930274"/>
              <a:gd name="connsiteY3" fmla="*/ 107478 h 6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274" h="658810">
                <a:moveTo>
                  <a:pt x="930241" y="107478"/>
                </a:moveTo>
                <a:cubicBezTo>
                  <a:pt x="935744" y="5878"/>
                  <a:pt x="257141" y="-43652"/>
                  <a:pt x="119981" y="49058"/>
                </a:cubicBezTo>
                <a:cubicBezTo>
                  <a:pt x="-17179" y="141768"/>
                  <a:pt x="-48082" y="648921"/>
                  <a:pt x="86961" y="658658"/>
                </a:cubicBezTo>
                <a:cubicBezTo>
                  <a:pt x="222004" y="668395"/>
                  <a:pt x="924738" y="209078"/>
                  <a:pt x="930241" y="107478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     </a:t>
            </a:r>
          </a:p>
          <a:p>
            <a:r>
              <a:rPr lang="en-US" sz="1200" dirty="0"/>
              <a:t>  Roam</a:t>
            </a:r>
          </a:p>
          <a:p>
            <a:pPr algn="ctr"/>
            <a:endParaRPr lang="en-ID" dirty="0"/>
          </a:p>
        </p:txBody>
      </p:sp>
      <p:sp>
        <p:nvSpPr>
          <p:cNvPr id="1085" name="Freeform: Shape 1084">
            <a:extLst>
              <a:ext uri="{FF2B5EF4-FFF2-40B4-BE49-F238E27FC236}">
                <a16:creationId xmlns:a16="http://schemas.microsoft.com/office/drawing/2014/main" id="{FCB993BA-C803-F629-E7F9-D3FBAFC8133C}"/>
              </a:ext>
            </a:extLst>
          </p:cNvPr>
          <p:cNvSpPr/>
          <p:nvPr/>
        </p:nvSpPr>
        <p:spPr>
          <a:xfrm>
            <a:off x="6118855" y="3969192"/>
            <a:ext cx="926317" cy="967919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823321 w 880471"/>
              <a:gd name="connsiteY0" fmla="*/ 310 h 683587"/>
              <a:gd name="connsiteX1" fmla="*/ 720451 w 880471"/>
              <a:gd name="connsiteY1" fmla="*/ 640390 h 683587"/>
              <a:gd name="connsiteX2" fmla="*/ 361 w 880471"/>
              <a:gd name="connsiteY2" fmla="*/ 556570 h 683587"/>
              <a:gd name="connsiteX3" fmla="*/ 823321 w 880471"/>
              <a:gd name="connsiteY3" fmla="*/ 310 h 683587"/>
              <a:gd name="connsiteX0" fmla="*/ 526479 w 561615"/>
              <a:gd name="connsiteY0" fmla="*/ 8186 h 664696"/>
              <a:gd name="connsiteX1" fmla="*/ 423609 w 561615"/>
              <a:gd name="connsiteY1" fmla="*/ 648266 h 664696"/>
              <a:gd name="connsiteX2" fmla="*/ 699 w 561615"/>
              <a:gd name="connsiteY2" fmla="*/ 309176 h 664696"/>
              <a:gd name="connsiteX3" fmla="*/ 526479 w 561615"/>
              <a:gd name="connsiteY3" fmla="*/ 8186 h 664696"/>
              <a:gd name="connsiteX0" fmla="*/ 891863 w 954093"/>
              <a:gd name="connsiteY0" fmla="*/ 2915 h 962168"/>
              <a:gd name="connsiteX1" fmla="*/ 788993 w 954093"/>
              <a:gd name="connsiteY1" fmla="*/ 642995 h 962168"/>
              <a:gd name="connsiteX2" fmla="*/ 323 w 954093"/>
              <a:gd name="connsiteY2" fmla="*/ 940175 h 962168"/>
              <a:gd name="connsiteX3" fmla="*/ 891863 w 954093"/>
              <a:gd name="connsiteY3" fmla="*/ 2915 h 962168"/>
              <a:gd name="connsiteX0" fmla="*/ 960414 w 1027724"/>
              <a:gd name="connsiteY0" fmla="*/ 1259 h 670931"/>
              <a:gd name="connsiteX1" fmla="*/ 857544 w 1027724"/>
              <a:gd name="connsiteY1" fmla="*/ 641339 h 670931"/>
              <a:gd name="connsiteX2" fmla="*/ 294 w 1027724"/>
              <a:gd name="connsiteY2" fmla="*/ 482145 h 670931"/>
              <a:gd name="connsiteX3" fmla="*/ 960414 w 1027724"/>
              <a:gd name="connsiteY3" fmla="*/ 1259 h 670931"/>
              <a:gd name="connsiteX0" fmla="*/ 956606 w 1023633"/>
              <a:gd name="connsiteY0" fmla="*/ 274 h 684736"/>
              <a:gd name="connsiteX1" fmla="*/ 853736 w 1023633"/>
              <a:gd name="connsiteY1" fmla="*/ 640354 h 684736"/>
              <a:gd name="connsiteX2" fmla="*/ 296 w 1023633"/>
              <a:gd name="connsiteY2" fmla="*/ 561170 h 684736"/>
              <a:gd name="connsiteX3" fmla="*/ 956606 w 1023633"/>
              <a:gd name="connsiteY3" fmla="*/ 274 h 684736"/>
              <a:gd name="connsiteX0" fmla="*/ 864874 w 964195"/>
              <a:gd name="connsiteY0" fmla="*/ 193 h 933427"/>
              <a:gd name="connsiteX1" fmla="*/ 853444 w 964195"/>
              <a:gd name="connsiteY1" fmla="*/ 879033 h 933427"/>
              <a:gd name="connsiteX2" fmla="*/ 4 w 964195"/>
              <a:gd name="connsiteY2" fmla="*/ 799849 h 933427"/>
              <a:gd name="connsiteX3" fmla="*/ 864874 w 964195"/>
              <a:gd name="connsiteY3" fmla="*/ 193 h 933427"/>
              <a:gd name="connsiteX0" fmla="*/ 829314 w 926317"/>
              <a:gd name="connsiteY0" fmla="*/ 1 h 967919"/>
              <a:gd name="connsiteX1" fmla="*/ 817884 w 926317"/>
              <a:gd name="connsiteY1" fmla="*/ 878841 h 967919"/>
              <a:gd name="connsiteX2" fmla="*/ 4 w 926317"/>
              <a:gd name="connsiteY2" fmla="*/ 875857 h 967919"/>
              <a:gd name="connsiteX3" fmla="*/ 829314 w 926317"/>
              <a:gd name="connsiteY3" fmla="*/ 1 h 96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6317" h="967919">
                <a:moveTo>
                  <a:pt x="829314" y="1"/>
                </a:moveTo>
                <a:cubicBezTo>
                  <a:pt x="965627" y="498"/>
                  <a:pt x="955044" y="786131"/>
                  <a:pt x="817884" y="878841"/>
                </a:cubicBezTo>
                <a:cubicBezTo>
                  <a:pt x="680724" y="971551"/>
                  <a:pt x="-1901" y="1022330"/>
                  <a:pt x="4" y="875857"/>
                </a:cubicBezTo>
                <a:cubicBezTo>
                  <a:pt x="1909" y="729384"/>
                  <a:pt x="693001" y="-496"/>
                  <a:pt x="829314" y="1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       Exp</a:t>
            </a:r>
          </a:p>
          <a:p>
            <a:pPr algn="ctr"/>
            <a:endParaRPr lang="en-ID" dirty="0"/>
          </a:p>
        </p:txBody>
      </p:sp>
      <p:sp>
        <p:nvSpPr>
          <p:cNvPr id="1086" name="Freeform: Shape 1085">
            <a:extLst>
              <a:ext uri="{FF2B5EF4-FFF2-40B4-BE49-F238E27FC236}">
                <a16:creationId xmlns:a16="http://schemas.microsoft.com/office/drawing/2014/main" id="{6FFC6DA6-25C2-B263-1542-72619549BBFD}"/>
              </a:ext>
            </a:extLst>
          </p:cNvPr>
          <p:cNvSpPr/>
          <p:nvPr/>
        </p:nvSpPr>
        <p:spPr>
          <a:xfrm>
            <a:off x="5179757" y="4249323"/>
            <a:ext cx="1005561" cy="560205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823321 w 880471"/>
              <a:gd name="connsiteY0" fmla="*/ 310 h 683587"/>
              <a:gd name="connsiteX1" fmla="*/ 720451 w 880471"/>
              <a:gd name="connsiteY1" fmla="*/ 640390 h 683587"/>
              <a:gd name="connsiteX2" fmla="*/ 361 w 880471"/>
              <a:gd name="connsiteY2" fmla="*/ 556570 h 683587"/>
              <a:gd name="connsiteX3" fmla="*/ 823321 w 880471"/>
              <a:gd name="connsiteY3" fmla="*/ 310 h 683587"/>
              <a:gd name="connsiteX0" fmla="*/ 526479 w 561615"/>
              <a:gd name="connsiteY0" fmla="*/ 8186 h 664696"/>
              <a:gd name="connsiteX1" fmla="*/ 423609 w 561615"/>
              <a:gd name="connsiteY1" fmla="*/ 648266 h 664696"/>
              <a:gd name="connsiteX2" fmla="*/ 699 w 561615"/>
              <a:gd name="connsiteY2" fmla="*/ 309176 h 664696"/>
              <a:gd name="connsiteX3" fmla="*/ 526479 w 561615"/>
              <a:gd name="connsiteY3" fmla="*/ 8186 h 664696"/>
              <a:gd name="connsiteX0" fmla="*/ 891863 w 954093"/>
              <a:gd name="connsiteY0" fmla="*/ 2915 h 962168"/>
              <a:gd name="connsiteX1" fmla="*/ 788993 w 954093"/>
              <a:gd name="connsiteY1" fmla="*/ 642995 h 962168"/>
              <a:gd name="connsiteX2" fmla="*/ 323 w 954093"/>
              <a:gd name="connsiteY2" fmla="*/ 940175 h 962168"/>
              <a:gd name="connsiteX3" fmla="*/ 891863 w 954093"/>
              <a:gd name="connsiteY3" fmla="*/ 2915 h 962168"/>
              <a:gd name="connsiteX0" fmla="*/ 960414 w 1027724"/>
              <a:gd name="connsiteY0" fmla="*/ 1259 h 670931"/>
              <a:gd name="connsiteX1" fmla="*/ 857544 w 1027724"/>
              <a:gd name="connsiteY1" fmla="*/ 641339 h 670931"/>
              <a:gd name="connsiteX2" fmla="*/ 294 w 1027724"/>
              <a:gd name="connsiteY2" fmla="*/ 482145 h 670931"/>
              <a:gd name="connsiteX3" fmla="*/ 960414 w 1027724"/>
              <a:gd name="connsiteY3" fmla="*/ 1259 h 670931"/>
              <a:gd name="connsiteX0" fmla="*/ 964417 w 984827"/>
              <a:gd name="connsiteY0" fmla="*/ 2117 h 495406"/>
              <a:gd name="connsiteX1" fmla="*/ 619566 w 984827"/>
              <a:gd name="connsiteY1" fmla="*/ 317263 h 495406"/>
              <a:gd name="connsiteX2" fmla="*/ 4297 w 984827"/>
              <a:gd name="connsiteY2" fmla="*/ 483003 h 495406"/>
              <a:gd name="connsiteX3" fmla="*/ 964417 w 984827"/>
              <a:gd name="connsiteY3" fmla="*/ 2117 h 495406"/>
              <a:gd name="connsiteX0" fmla="*/ 760891 w 801094"/>
              <a:gd name="connsiteY0" fmla="*/ 1137 h 742311"/>
              <a:gd name="connsiteX1" fmla="*/ 616110 w 801094"/>
              <a:gd name="connsiteY1" fmla="*/ 549777 h 742311"/>
              <a:gd name="connsiteX2" fmla="*/ 841 w 801094"/>
              <a:gd name="connsiteY2" fmla="*/ 715517 h 742311"/>
              <a:gd name="connsiteX3" fmla="*/ 760891 w 801094"/>
              <a:gd name="connsiteY3" fmla="*/ 1137 h 742311"/>
              <a:gd name="connsiteX0" fmla="*/ 761157 w 998814"/>
              <a:gd name="connsiteY0" fmla="*/ 15255 h 732617"/>
              <a:gd name="connsiteX1" fmla="*/ 947847 w 998814"/>
              <a:gd name="connsiteY1" fmla="*/ 266715 h 732617"/>
              <a:gd name="connsiteX2" fmla="*/ 1107 w 998814"/>
              <a:gd name="connsiteY2" fmla="*/ 729635 h 732617"/>
              <a:gd name="connsiteX3" fmla="*/ 761157 w 998814"/>
              <a:gd name="connsiteY3" fmla="*/ 15255 h 732617"/>
              <a:gd name="connsiteX0" fmla="*/ 761157 w 998814"/>
              <a:gd name="connsiteY0" fmla="*/ 15255 h 733070"/>
              <a:gd name="connsiteX1" fmla="*/ 947847 w 998814"/>
              <a:gd name="connsiteY1" fmla="*/ 266715 h 733070"/>
              <a:gd name="connsiteX2" fmla="*/ 1107 w 998814"/>
              <a:gd name="connsiteY2" fmla="*/ 729635 h 733070"/>
              <a:gd name="connsiteX3" fmla="*/ 761157 w 998814"/>
              <a:gd name="connsiteY3" fmla="*/ 15255 h 733070"/>
              <a:gd name="connsiteX0" fmla="*/ 761157 w 998814"/>
              <a:gd name="connsiteY0" fmla="*/ 15255 h 732823"/>
              <a:gd name="connsiteX1" fmla="*/ 947847 w 998814"/>
              <a:gd name="connsiteY1" fmla="*/ 266715 h 732823"/>
              <a:gd name="connsiteX2" fmla="*/ 1107 w 998814"/>
              <a:gd name="connsiteY2" fmla="*/ 729635 h 732823"/>
              <a:gd name="connsiteX3" fmla="*/ 761157 w 998814"/>
              <a:gd name="connsiteY3" fmla="*/ 15255 h 732823"/>
              <a:gd name="connsiteX0" fmla="*/ 634208 w 985767"/>
              <a:gd name="connsiteY0" fmla="*/ 12661 h 792737"/>
              <a:gd name="connsiteX1" fmla="*/ 950438 w 985767"/>
              <a:gd name="connsiteY1" fmla="*/ 325095 h 792737"/>
              <a:gd name="connsiteX2" fmla="*/ 3698 w 985767"/>
              <a:gd name="connsiteY2" fmla="*/ 788015 h 792737"/>
              <a:gd name="connsiteX3" fmla="*/ 634208 w 985767"/>
              <a:gd name="connsiteY3" fmla="*/ 12661 h 792737"/>
              <a:gd name="connsiteX0" fmla="*/ 445419 w 983535"/>
              <a:gd name="connsiteY0" fmla="*/ 14033 h 758211"/>
              <a:gd name="connsiteX1" fmla="*/ 959740 w 983535"/>
              <a:gd name="connsiteY1" fmla="*/ 291478 h 758211"/>
              <a:gd name="connsiteX2" fmla="*/ 13000 w 983535"/>
              <a:gd name="connsiteY2" fmla="*/ 754398 h 758211"/>
              <a:gd name="connsiteX3" fmla="*/ 445419 w 983535"/>
              <a:gd name="connsiteY3" fmla="*/ 14033 h 758211"/>
              <a:gd name="connsiteX0" fmla="*/ 531799 w 1070484"/>
              <a:gd name="connsiteY0" fmla="*/ 450 h 375988"/>
              <a:gd name="connsiteX1" fmla="*/ 1046120 w 1070484"/>
              <a:gd name="connsiteY1" fmla="*/ 277895 h 375988"/>
              <a:gd name="connsiteX2" fmla="*/ 11090 w 1070484"/>
              <a:gd name="connsiteY2" fmla="*/ 344219 h 375988"/>
              <a:gd name="connsiteX3" fmla="*/ 531799 w 1070484"/>
              <a:gd name="connsiteY3" fmla="*/ 450 h 375988"/>
              <a:gd name="connsiteX0" fmla="*/ 529869 w 1020515"/>
              <a:gd name="connsiteY0" fmla="*/ 1476 h 532166"/>
              <a:gd name="connsiteX1" fmla="*/ 994283 w 1020515"/>
              <a:gd name="connsiteY1" fmla="*/ 492008 h 532166"/>
              <a:gd name="connsiteX2" fmla="*/ 9160 w 1020515"/>
              <a:gd name="connsiteY2" fmla="*/ 345245 h 532166"/>
              <a:gd name="connsiteX3" fmla="*/ 529869 w 1020515"/>
              <a:gd name="connsiteY3" fmla="*/ 1476 h 532166"/>
              <a:gd name="connsiteX0" fmla="*/ 816217 w 1041039"/>
              <a:gd name="connsiteY0" fmla="*/ 1457 h 536868"/>
              <a:gd name="connsiteX1" fmla="*/ 985982 w 1041039"/>
              <a:gd name="connsiteY1" fmla="*/ 496613 h 536868"/>
              <a:gd name="connsiteX2" fmla="*/ 859 w 1041039"/>
              <a:gd name="connsiteY2" fmla="*/ 349850 h 536868"/>
              <a:gd name="connsiteX3" fmla="*/ 816217 w 1041039"/>
              <a:gd name="connsiteY3" fmla="*/ 1457 h 536868"/>
              <a:gd name="connsiteX0" fmla="*/ 553554 w 771581"/>
              <a:gd name="connsiteY0" fmla="*/ 6563 h 917322"/>
              <a:gd name="connsiteX1" fmla="*/ 723319 w 771581"/>
              <a:gd name="connsiteY1" fmla="*/ 501719 h 917322"/>
              <a:gd name="connsiteX2" fmla="*/ 1250 w 771581"/>
              <a:gd name="connsiteY2" fmla="*/ 905276 h 917322"/>
              <a:gd name="connsiteX3" fmla="*/ 553554 w 771581"/>
              <a:gd name="connsiteY3" fmla="*/ 6563 h 917322"/>
              <a:gd name="connsiteX0" fmla="*/ 258425 w 764241"/>
              <a:gd name="connsiteY0" fmla="*/ 5581 h 1011541"/>
              <a:gd name="connsiteX1" fmla="*/ 740590 w 764241"/>
              <a:gd name="connsiteY1" fmla="*/ 592065 h 1011541"/>
              <a:gd name="connsiteX2" fmla="*/ 18521 w 764241"/>
              <a:gd name="connsiteY2" fmla="*/ 995622 h 1011541"/>
              <a:gd name="connsiteX3" fmla="*/ 258425 w 764241"/>
              <a:gd name="connsiteY3" fmla="*/ 5581 h 1011541"/>
              <a:gd name="connsiteX0" fmla="*/ 257026 w 742407"/>
              <a:gd name="connsiteY0" fmla="*/ 59226 h 1049571"/>
              <a:gd name="connsiteX1" fmla="*/ 718039 w 742407"/>
              <a:gd name="connsiteY1" fmla="*/ 166769 h 1049571"/>
              <a:gd name="connsiteX2" fmla="*/ 17122 w 742407"/>
              <a:gd name="connsiteY2" fmla="*/ 1049267 h 1049571"/>
              <a:gd name="connsiteX3" fmla="*/ 257026 w 742407"/>
              <a:gd name="connsiteY3" fmla="*/ 59226 h 1049571"/>
              <a:gd name="connsiteX0" fmla="*/ 162664 w 758966"/>
              <a:gd name="connsiteY0" fmla="*/ 84313 h 983883"/>
              <a:gd name="connsiteX1" fmla="*/ 738600 w 758966"/>
              <a:gd name="connsiteY1" fmla="*/ 101378 h 983883"/>
              <a:gd name="connsiteX2" fmla="*/ 37683 w 758966"/>
              <a:gd name="connsiteY2" fmla="*/ 983876 h 983883"/>
              <a:gd name="connsiteX3" fmla="*/ 162664 w 758966"/>
              <a:gd name="connsiteY3" fmla="*/ 84313 h 983883"/>
              <a:gd name="connsiteX0" fmla="*/ 279674 w 875976"/>
              <a:gd name="connsiteY0" fmla="*/ 84313 h 984994"/>
              <a:gd name="connsiteX1" fmla="*/ 855610 w 875976"/>
              <a:gd name="connsiteY1" fmla="*/ 101378 h 984994"/>
              <a:gd name="connsiteX2" fmla="*/ 154693 w 875976"/>
              <a:gd name="connsiteY2" fmla="*/ 983876 h 984994"/>
              <a:gd name="connsiteX3" fmla="*/ 279674 w 875976"/>
              <a:gd name="connsiteY3" fmla="*/ 84313 h 984994"/>
              <a:gd name="connsiteX0" fmla="*/ 312452 w 908754"/>
              <a:gd name="connsiteY0" fmla="*/ 84313 h 985155"/>
              <a:gd name="connsiteX1" fmla="*/ 888388 w 908754"/>
              <a:gd name="connsiteY1" fmla="*/ 101378 h 985155"/>
              <a:gd name="connsiteX2" fmla="*/ 187471 w 908754"/>
              <a:gd name="connsiteY2" fmla="*/ 983876 h 985155"/>
              <a:gd name="connsiteX3" fmla="*/ 312452 w 908754"/>
              <a:gd name="connsiteY3" fmla="*/ 84313 h 985155"/>
              <a:gd name="connsiteX0" fmla="*/ 312452 w 912577"/>
              <a:gd name="connsiteY0" fmla="*/ 84313 h 985155"/>
              <a:gd name="connsiteX1" fmla="*/ 888388 w 912577"/>
              <a:gd name="connsiteY1" fmla="*/ 101378 h 985155"/>
              <a:gd name="connsiteX2" fmla="*/ 187471 w 912577"/>
              <a:gd name="connsiteY2" fmla="*/ 983876 h 985155"/>
              <a:gd name="connsiteX3" fmla="*/ 312452 w 912577"/>
              <a:gd name="connsiteY3" fmla="*/ 84313 h 985155"/>
              <a:gd name="connsiteX0" fmla="*/ 312452 w 912577"/>
              <a:gd name="connsiteY0" fmla="*/ 156067 h 1056909"/>
              <a:gd name="connsiteX1" fmla="*/ 888388 w 912577"/>
              <a:gd name="connsiteY1" fmla="*/ 173132 h 1056909"/>
              <a:gd name="connsiteX2" fmla="*/ 187471 w 912577"/>
              <a:gd name="connsiteY2" fmla="*/ 1055630 h 1056909"/>
              <a:gd name="connsiteX3" fmla="*/ 312452 w 912577"/>
              <a:gd name="connsiteY3" fmla="*/ 156067 h 1056909"/>
              <a:gd name="connsiteX0" fmla="*/ 240685 w 845937"/>
              <a:gd name="connsiteY0" fmla="*/ 133601 h 594581"/>
              <a:gd name="connsiteX1" fmla="*/ 816621 w 845937"/>
              <a:gd name="connsiteY1" fmla="*/ 150666 h 594581"/>
              <a:gd name="connsiteX2" fmla="*/ 208254 w 845937"/>
              <a:gd name="connsiteY2" fmla="*/ 592254 h 594581"/>
              <a:gd name="connsiteX3" fmla="*/ 240685 w 845937"/>
              <a:gd name="connsiteY3" fmla="*/ 133601 h 594581"/>
              <a:gd name="connsiteX0" fmla="*/ 102431 w 779416"/>
              <a:gd name="connsiteY0" fmla="*/ 78917 h 539006"/>
              <a:gd name="connsiteX1" fmla="*/ 764317 w 779416"/>
              <a:gd name="connsiteY1" fmla="*/ 180339 h 539006"/>
              <a:gd name="connsiteX2" fmla="*/ 70000 w 779416"/>
              <a:gd name="connsiteY2" fmla="*/ 537570 h 539006"/>
              <a:gd name="connsiteX3" fmla="*/ 102431 w 779416"/>
              <a:gd name="connsiteY3" fmla="*/ 78917 h 539006"/>
              <a:gd name="connsiteX0" fmla="*/ 102431 w 779416"/>
              <a:gd name="connsiteY0" fmla="*/ 89374 h 549463"/>
              <a:gd name="connsiteX1" fmla="*/ 764317 w 779416"/>
              <a:gd name="connsiteY1" fmla="*/ 190796 h 549463"/>
              <a:gd name="connsiteX2" fmla="*/ 70000 w 779416"/>
              <a:gd name="connsiteY2" fmla="*/ 548027 h 549463"/>
              <a:gd name="connsiteX3" fmla="*/ 102431 w 779416"/>
              <a:gd name="connsiteY3" fmla="*/ 89374 h 549463"/>
              <a:gd name="connsiteX0" fmla="*/ 92970 w 788892"/>
              <a:gd name="connsiteY0" fmla="*/ 68084 h 571322"/>
              <a:gd name="connsiteX1" fmla="*/ 773735 w 788892"/>
              <a:gd name="connsiteY1" fmla="*/ 211455 h 571322"/>
              <a:gd name="connsiteX2" fmla="*/ 79418 w 788892"/>
              <a:gd name="connsiteY2" fmla="*/ 568686 h 571322"/>
              <a:gd name="connsiteX3" fmla="*/ 92970 w 788892"/>
              <a:gd name="connsiteY3" fmla="*/ 68084 h 571322"/>
              <a:gd name="connsiteX0" fmla="*/ 247526 w 940442"/>
              <a:gd name="connsiteY0" fmla="*/ 69117 h 587921"/>
              <a:gd name="connsiteX1" fmla="*/ 928291 w 940442"/>
              <a:gd name="connsiteY1" fmla="*/ 212488 h 587921"/>
              <a:gd name="connsiteX2" fmla="*/ 36223 w 940442"/>
              <a:gd name="connsiteY2" fmla="*/ 585511 h 587921"/>
              <a:gd name="connsiteX3" fmla="*/ 247526 w 940442"/>
              <a:gd name="connsiteY3" fmla="*/ 69117 h 587921"/>
              <a:gd name="connsiteX0" fmla="*/ 252862 w 1005561"/>
              <a:gd name="connsiteY0" fmla="*/ 36584 h 560205"/>
              <a:gd name="connsiteX1" fmla="*/ 993997 w 1005561"/>
              <a:gd name="connsiteY1" fmla="*/ 251215 h 560205"/>
              <a:gd name="connsiteX2" fmla="*/ 41559 w 1005561"/>
              <a:gd name="connsiteY2" fmla="*/ 552978 h 560205"/>
              <a:gd name="connsiteX3" fmla="*/ 252862 w 1005561"/>
              <a:gd name="connsiteY3" fmla="*/ 36584 h 56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561" h="560205">
                <a:moveTo>
                  <a:pt x="252862" y="36584"/>
                </a:moveTo>
                <a:cubicBezTo>
                  <a:pt x="411602" y="-13710"/>
                  <a:pt x="836041" y="-61180"/>
                  <a:pt x="993997" y="251215"/>
                </a:cubicBezTo>
                <a:cubicBezTo>
                  <a:pt x="1120842" y="492280"/>
                  <a:pt x="165081" y="588750"/>
                  <a:pt x="41559" y="552978"/>
                </a:cubicBezTo>
                <a:cubicBezTo>
                  <a:pt x="-81963" y="517206"/>
                  <a:pt x="94122" y="86878"/>
                  <a:pt x="252862" y="36584"/>
                </a:cubicBezTo>
                <a:close/>
              </a:path>
            </a:pathLst>
          </a:custGeom>
          <a:solidFill>
            <a:srgbClr val="0000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Dmg</a:t>
            </a:r>
          </a:p>
          <a:p>
            <a:pPr algn="ctr"/>
            <a:endParaRPr lang="en-ID" dirty="0"/>
          </a:p>
        </p:txBody>
      </p:sp>
      <p:sp>
        <p:nvSpPr>
          <p:cNvPr id="1087" name="Freeform: Shape 1086">
            <a:extLst>
              <a:ext uri="{FF2B5EF4-FFF2-40B4-BE49-F238E27FC236}">
                <a16:creationId xmlns:a16="http://schemas.microsoft.com/office/drawing/2014/main" id="{DAAB5FEB-CE0E-A364-8CDE-E8D671CC80B3}"/>
              </a:ext>
            </a:extLst>
          </p:cNvPr>
          <p:cNvSpPr/>
          <p:nvPr/>
        </p:nvSpPr>
        <p:spPr>
          <a:xfrm>
            <a:off x="3466920" y="2442871"/>
            <a:ext cx="543009" cy="496419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823321 w 880471"/>
              <a:gd name="connsiteY0" fmla="*/ 310 h 683587"/>
              <a:gd name="connsiteX1" fmla="*/ 720451 w 880471"/>
              <a:gd name="connsiteY1" fmla="*/ 640390 h 683587"/>
              <a:gd name="connsiteX2" fmla="*/ 361 w 880471"/>
              <a:gd name="connsiteY2" fmla="*/ 556570 h 683587"/>
              <a:gd name="connsiteX3" fmla="*/ 823321 w 880471"/>
              <a:gd name="connsiteY3" fmla="*/ 310 h 683587"/>
              <a:gd name="connsiteX0" fmla="*/ 526479 w 561615"/>
              <a:gd name="connsiteY0" fmla="*/ 8186 h 664696"/>
              <a:gd name="connsiteX1" fmla="*/ 423609 w 561615"/>
              <a:gd name="connsiteY1" fmla="*/ 648266 h 664696"/>
              <a:gd name="connsiteX2" fmla="*/ 699 w 561615"/>
              <a:gd name="connsiteY2" fmla="*/ 309176 h 664696"/>
              <a:gd name="connsiteX3" fmla="*/ 526479 w 561615"/>
              <a:gd name="connsiteY3" fmla="*/ 8186 h 664696"/>
              <a:gd name="connsiteX0" fmla="*/ 891863 w 954093"/>
              <a:gd name="connsiteY0" fmla="*/ 2915 h 962168"/>
              <a:gd name="connsiteX1" fmla="*/ 788993 w 954093"/>
              <a:gd name="connsiteY1" fmla="*/ 642995 h 962168"/>
              <a:gd name="connsiteX2" fmla="*/ 323 w 954093"/>
              <a:gd name="connsiteY2" fmla="*/ 940175 h 962168"/>
              <a:gd name="connsiteX3" fmla="*/ 891863 w 954093"/>
              <a:gd name="connsiteY3" fmla="*/ 2915 h 962168"/>
              <a:gd name="connsiteX0" fmla="*/ 960414 w 1027724"/>
              <a:gd name="connsiteY0" fmla="*/ 1259 h 670931"/>
              <a:gd name="connsiteX1" fmla="*/ 857544 w 1027724"/>
              <a:gd name="connsiteY1" fmla="*/ 641339 h 670931"/>
              <a:gd name="connsiteX2" fmla="*/ 294 w 1027724"/>
              <a:gd name="connsiteY2" fmla="*/ 482145 h 670931"/>
              <a:gd name="connsiteX3" fmla="*/ 960414 w 1027724"/>
              <a:gd name="connsiteY3" fmla="*/ 1259 h 670931"/>
              <a:gd name="connsiteX0" fmla="*/ 964417 w 984827"/>
              <a:gd name="connsiteY0" fmla="*/ 2117 h 495406"/>
              <a:gd name="connsiteX1" fmla="*/ 619566 w 984827"/>
              <a:gd name="connsiteY1" fmla="*/ 317263 h 495406"/>
              <a:gd name="connsiteX2" fmla="*/ 4297 w 984827"/>
              <a:gd name="connsiteY2" fmla="*/ 483003 h 495406"/>
              <a:gd name="connsiteX3" fmla="*/ 964417 w 984827"/>
              <a:gd name="connsiteY3" fmla="*/ 2117 h 495406"/>
              <a:gd name="connsiteX0" fmla="*/ 760891 w 801094"/>
              <a:gd name="connsiteY0" fmla="*/ 1137 h 742311"/>
              <a:gd name="connsiteX1" fmla="*/ 616110 w 801094"/>
              <a:gd name="connsiteY1" fmla="*/ 549777 h 742311"/>
              <a:gd name="connsiteX2" fmla="*/ 841 w 801094"/>
              <a:gd name="connsiteY2" fmla="*/ 715517 h 742311"/>
              <a:gd name="connsiteX3" fmla="*/ 760891 w 801094"/>
              <a:gd name="connsiteY3" fmla="*/ 1137 h 742311"/>
              <a:gd name="connsiteX0" fmla="*/ 761157 w 998814"/>
              <a:gd name="connsiteY0" fmla="*/ 15255 h 732617"/>
              <a:gd name="connsiteX1" fmla="*/ 947847 w 998814"/>
              <a:gd name="connsiteY1" fmla="*/ 266715 h 732617"/>
              <a:gd name="connsiteX2" fmla="*/ 1107 w 998814"/>
              <a:gd name="connsiteY2" fmla="*/ 729635 h 732617"/>
              <a:gd name="connsiteX3" fmla="*/ 761157 w 998814"/>
              <a:gd name="connsiteY3" fmla="*/ 15255 h 732617"/>
              <a:gd name="connsiteX0" fmla="*/ 761157 w 998814"/>
              <a:gd name="connsiteY0" fmla="*/ 15255 h 733070"/>
              <a:gd name="connsiteX1" fmla="*/ 947847 w 998814"/>
              <a:gd name="connsiteY1" fmla="*/ 266715 h 733070"/>
              <a:gd name="connsiteX2" fmla="*/ 1107 w 998814"/>
              <a:gd name="connsiteY2" fmla="*/ 729635 h 733070"/>
              <a:gd name="connsiteX3" fmla="*/ 761157 w 998814"/>
              <a:gd name="connsiteY3" fmla="*/ 15255 h 733070"/>
              <a:gd name="connsiteX0" fmla="*/ 761157 w 998814"/>
              <a:gd name="connsiteY0" fmla="*/ 15255 h 732823"/>
              <a:gd name="connsiteX1" fmla="*/ 947847 w 998814"/>
              <a:gd name="connsiteY1" fmla="*/ 266715 h 732823"/>
              <a:gd name="connsiteX2" fmla="*/ 1107 w 998814"/>
              <a:gd name="connsiteY2" fmla="*/ 729635 h 732823"/>
              <a:gd name="connsiteX3" fmla="*/ 761157 w 998814"/>
              <a:gd name="connsiteY3" fmla="*/ 15255 h 732823"/>
              <a:gd name="connsiteX0" fmla="*/ 634208 w 985767"/>
              <a:gd name="connsiteY0" fmla="*/ 12661 h 792737"/>
              <a:gd name="connsiteX1" fmla="*/ 950438 w 985767"/>
              <a:gd name="connsiteY1" fmla="*/ 325095 h 792737"/>
              <a:gd name="connsiteX2" fmla="*/ 3698 w 985767"/>
              <a:gd name="connsiteY2" fmla="*/ 788015 h 792737"/>
              <a:gd name="connsiteX3" fmla="*/ 634208 w 985767"/>
              <a:gd name="connsiteY3" fmla="*/ 12661 h 792737"/>
              <a:gd name="connsiteX0" fmla="*/ 550911 w 901389"/>
              <a:gd name="connsiteY0" fmla="*/ 4 h 382279"/>
              <a:gd name="connsiteX1" fmla="*/ 867141 w 901389"/>
              <a:gd name="connsiteY1" fmla="*/ 312438 h 382279"/>
              <a:gd name="connsiteX2" fmla="*/ 4221 w 901389"/>
              <a:gd name="connsiteY2" fmla="*/ 318158 h 382279"/>
              <a:gd name="connsiteX3" fmla="*/ 550911 w 901389"/>
              <a:gd name="connsiteY3" fmla="*/ 4 h 382279"/>
              <a:gd name="connsiteX0" fmla="*/ 547815 w 757281"/>
              <a:gd name="connsiteY0" fmla="*/ 1507 h 502610"/>
              <a:gd name="connsiteX1" fmla="*/ 707835 w 757281"/>
              <a:gd name="connsiteY1" fmla="*/ 462531 h 502610"/>
              <a:gd name="connsiteX2" fmla="*/ 1125 w 757281"/>
              <a:gd name="connsiteY2" fmla="*/ 319661 h 502610"/>
              <a:gd name="connsiteX3" fmla="*/ 547815 w 757281"/>
              <a:gd name="connsiteY3" fmla="*/ 1507 h 502610"/>
              <a:gd name="connsiteX0" fmla="*/ 547815 w 770315"/>
              <a:gd name="connsiteY0" fmla="*/ 1507 h 502610"/>
              <a:gd name="connsiteX1" fmla="*/ 707835 w 770315"/>
              <a:gd name="connsiteY1" fmla="*/ 462531 h 502610"/>
              <a:gd name="connsiteX2" fmla="*/ 1125 w 770315"/>
              <a:gd name="connsiteY2" fmla="*/ 319661 h 502610"/>
              <a:gd name="connsiteX3" fmla="*/ 547815 w 770315"/>
              <a:gd name="connsiteY3" fmla="*/ 1507 h 502610"/>
              <a:gd name="connsiteX0" fmla="*/ 547815 w 770315"/>
              <a:gd name="connsiteY0" fmla="*/ 1507 h 491782"/>
              <a:gd name="connsiteX1" fmla="*/ 707835 w 770315"/>
              <a:gd name="connsiteY1" fmla="*/ 462531 h 491782"/>
              <a:gd name="connsiteX2" fmla="*/ 1125 w 770315"/>
              <a:gd name="connsiteY2" fmla="*/ 319661 h 491782"/>
              <a:gd name="connsiteX3" fmla="*/ 547815 w 770315"/>
              <a:gd name="connsiteY3" fmla="*/ 1507 h 491782"/>
              <a:gd name="connsiteX0" fmla="*/ 547845 w 805100"/>
              <a:gd name="connsiteY0" fmla="*/ 420 h 490695"/>
              <a:gd name="connsiteX1" fmla="*/ 784903 w 805100"/>
              <a:gd name="connsiteY1" fmla="*/ 255664 h 490695"/>
              <a:gd name="connsiteX2" fmla="*/ 707865 w 805100"/>
              <a:gd name="connsiteY2" fmla="*/ 461444 h 490695"/>
              <a:gd name="connsiteX3" fmla="*/ 1155 w 805100"/>
              <a:gd name="connsiteY3" fmla="*/ 318574 h 490695"/>
              <a:gd name="connsiteX4" fmla="*/ 547845 w 805100"/>
              <a:gd name="connsiteY4" fmla="*/ 420 h 490695"/>
              <a:gd name="connsiteX0" fmla="*/ 437643 w 694898"/>
              <a:gd name="connsiteY0" fmla="*/ 7200 h 596389"/>
              <a:gd name="connsiteX1" fmla="*/ 674701 w 694898"/>
              <a:gd name="connsiteY1" fmla="*/ 262444 h 596389"/>
              <a:gd name="connsiteX2" fmla="*/ 597663 w 694898"/>
              <a:gd name="connsiteY2" fmla="*/ 468224 h 596389"/>
              <a:gd name="connsiteX3" fmla="*/ 1443 w 694898"/>
              <a:gd name="connsiteY3" fmla="*/ 565384 h 596389"/>
              <a:gd name="connsiteX4" fmla="*/ 437643 w 694898"/>
              <a:gd name="connsiteY4" fmla="*/ 7200 h 596389"/>
              <a:gd name="connsiteX0" fmla="*/ 142198 w 727113"/>
              <a:gd name="connsiteY0" fmla="*/ 12145 h 482840"/>
              <a:gd name="connsiteX1" fmla="*/ 706916 w 727113"/>
              <a:gd name="connsiteY1" fmla="*/ 156899 h 482840"/>
              <a:gd name="connsiteX2" fmla="*/ 629878 w 727113"/>
              <a:gd name="connsiteY2" fmla="*/ 362679 h 482840"/>
              <a:gd name="connsiteX3" fmla="*/ 33658 w 727113"/>
              <a:gd name="connsiteY3" fmla="*/ 459839 h 482840"/>
              <a:gd name="connsiteX4" fmla="*/ 142198 w 727113"/>
              <a:gd name="connsiteY4" fmla="*/ 12145 h 482840"/>
              <a:gd name="connsiteX0" fmla="*/ 121564 w 688153"/>
              <a:gd name="connsiteY0" fmla="*/ 12145 h 500942"/>
              <a:gd name="connsiteX1" fmla="*/ 686282 w 688153"/>
              <a:gd name="connsiteY1" fmla="*/ 156899 h 500942"/>
              <a:gd name="connsiteX2" fmla="*/ 323494 w 688153"/>
              <a:gd name="connsiteY2" fmla="*/ 416019 h 500942"/>
              <a:gd name="connsiteX3" fmla="*/ 13024 w 688153"/>
              <a:gd name="connsiteY3" fmla="*/ 459839 h 500942"/>
              <a:gd name="connsiteX4" fmla="*/ 121564 w 688153"/>
              <a:gd name="connsiteY4" fmla="*/ 12145 h 500942"/>
              <a:gd name="connsiteX0" fmla="*/ 116897 w 429494"/>
              <a:gd name="connsiteY0" fmla="*/ 14324 h 503121"/>
              <a:gd name="connsiteX1" fmla="*/ 414915 w 429494"/>
              <a:gd name="connsiteY1" fmla="*/ 143838 h 503121"/>
              <a:gd name="connsiteX2" fmla="*/ 318827 w 429494"/>
              <a:gd name="connsiteY2" fmla="*/ 418198 h 503121"/>
              <a:gd name="connsiteX3" fmla="*/ 8357 w 429494"/>
              <a:gd name="connsiteY3" fmla="*/ 462018 h 503121"/>
              <a:gd name="connsiteX4" fmla="*/ 116897 w 429494"/>
              <a:gd name="connsiteY4" fmla="*/ 14324 h 503121"/>
              <a:gd name="connsiteX0" fmla="*/ 120129 w 453466"/>
              <a:gd name="connsiteY0" fmla="*/ 14324 h 522556"/>
              <a:gd name="connsiteX1" fmla="*/ 418147 w 453466"/>
              <a:gd name="connsiteY1" fmla="*/ 143838 h 522556"/>
              <a:gd name="connsiteX2" fmla="*/ 375399 w 453466"/>
              <a:gd name="connsiteY2" fmla="*/ 456298 h 522556"/>
              <a:gd name="connsiteX3" fmla="*/ 11589 w 453466"/>
              <a:gd name="connsiteY3" fmla="*/ 462018 h 522556"/>
              <a:gd name="connsiteX4" fmla="*/ 120129 w 453466"/>
              <a:gd name="connsiteY4" fmla="*/ 14324 h 522556"/>
              <a:gd name="connsiteX0" fmla="*/ 207064 w 540401"/>
              <a:gd name="connsiteY0" fmla="*/ 7384 h 482346"/>
              <a:gd name="connsiteX1" fmla="*/ 505082 w 540401"/>
              <a:gd name="connsiteY1" fmla="*/ 136898 h 482346"/>
              <a:gd name="connsiteX2" fmla="*/ 462334 w 540401"/>
              <a:gd name="connsiteY2" fmla="*/ 449358 h 482346"/>
              <a:gd name="connsiteX3" fmla="*/ 7084 w 540401"/>
              <a:gd name="connsiteY3" fmla="*/ 336968 h 482346"/>
              <a:gd name="connsiteX4" fmla="*/ 207064 w 540401"/>
              <a:gd name="connsiteY4" fmla="*/ 7384 h 482346"/>
              <a:gd name="connsiteX0" fmla="*/ 201895 w 535232"/>
              <a:gd name="connsiteY0" fmla="*/ 7384 h 489656"/>
              <a:gd name="connsiteX1" fmla="*/ 499913 w 535232"/>
              <a:gd name="connsiteY1" fmla="*/ 136898 h 489656"/>
              <a:gd name="connsiteX2" fmla="*/ 457165 w 535232"/>
              <a:gd name="connsiteY2" fmla="*/ 449358 h 489656"/>
              <a:gd name="connsiteX3" fmla="*/ 1915 w 535232"/>
              <a:gd name="connsiteY3" fmla="*/ 336968 h 489656"/>
              <a:gd name="connsiteX4" fmla="*/ 201895 w 535232"/>
              <a:gd name="connsiteY4" fmla="*/ 7384 h 489656"/>
              <a:gd name="connsiteX0" fmla="*/ 201926 w 543009"/>
              <a:gd name="connsiteY0" fmla="*/ 14147 h 496419"/>
              <a:gd name="connsiteX1" fmla="*/ 515184 w 543009"/>
              <a:gd name="connsiteY1" fmla="*/ 101751 h 496419"/>
              <a:gd name="connsiteX2" fmla="*/ 457196 w 543009"/>
              <a:gd name="connsiteY2" fmla="*/ 456121 h 496419"/>
              <a:gd name="connsiteX3" fmla="*/ 1946 w 543009"/>
              <a:gd name="connsiteY3" fmla="*/ 343731 h 496419"/>
              <a:gd name="connsiteX4" fmla="*/ 201926 w 543009"/>
              <a:gd name="connsiteY4" fmla="*/ 14147 h 49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09" h="496419">
                <a:moveTo>
                  <a:pt x="201926" y="14147"/>
                </a:moveTo>
                <a:cubicBezTo>
                  <a:pt x="287466" y="-26183"/>
                  <a:pt x="488514" y="24914"/>
                  <a:pt x="515184" y="101751"/>
                </a:cubicBezTo>
                <a:cubicBezTo>
                  <a:pt x="541854" y="178588"/>
                  <a:pt x="581471" y="438016"/>
                  <a:pt x="457196" y="456121"/>
                </a:cubicBezTo>
                <a:cubicBezTo>
                  <a:pt x="281936" y="551370"/>
                  <a:pt x="21631" y="463113"/>
                  <a:pt x="1946" y="343731"/>
                </a:cubicBezTo>
                <a:cubicBezTo>
                  <a:pt x="-17739" y="224349"/>
                  <a:pt x="116386" y="54477"/>
                  <a:pt x="201926" y="14147"/>
                </a:cubicBezTo>
                <a:close/>
              </a:path>
            </a:pathLst>
          </a:cu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Obj</a:t>
            </a:r>
          </a:p>
          <a:p>
            <a:pPr algn="ctr"/>
            <a:endParaRPr lang="en-ID" dirty="0"/>
          </a:p>
        </p:txBody>
      </p:sp>
      <p:sp>
        <p:nvSpPr>
          <p:cNvPr id="1088" name="Freeform: Shape 1087">
            <a:extLst>
              <a:ext uri="{FF2B5EF4-FFF2-40B4-BE49-F238E27FC236}">
                <a16:creationId xmlns:a16="http://schemas.microsoft.com/office/drawing/2014/main" id="{7F119481-26F5-EF08-C7B4-AFC2E3691414}"/>
              </a:ext>
            </a:extLst>
          </p:cNvPr>
          <p:cNvSpPr/>
          <p:nvPr/>
        </p:nvSpPr>
        <p:spPr>
          <a:xfrm>
            <a:off x="5847350" y="3867745"/>
            <a:ext cx="543009" cy="496419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823321 w 880471"/>
              <a:gd name="connsiteY0" fmla="*/ 310 h 683587"/>
              <a:gd name="connsiteX1" fmla="*/ 720451 w 880471"/>
              <a:gd name="connsiteY1" fmla="*/ 640390 h 683587"/>
              <a:gd name="connsiteX2" fmla="*/ 361 w 880471"/>
              <a:gd name="connsiteY2" fmla="*/ 556570 h 683587"/>
              <a:gd name="connsiteX3" fmla="*/ 823321 w 880471"/>
              <a:gd name="connsiteY3" fmla="*/ 310 h 683587"/>
              <a:gd name="connsiteX0" fmla="*/ 526479 w 561615"/>
              <a:gd name="connsiteY0" fmla="*/ 8186 h 664696"/>
              <a:gd name="connsiteX1" fmla="*/ 423609 w 561615"/>
              <a:gd name="connsiteY1" fmla="*/ 648266 h 664696"/>
              <a:gd name="connsiteX2" fmla="*/ 699 w 561615"/>
              <a:gd name="connsiteY2" fmla="*/ 309176 h 664696"/>
              <a:gd name="connsiteX3" fmla="*/ 526479 w 561615"/>
              <a:gd name="connsiteY3" fmla="*/ 8186 h 664696"/>
              <a:gd name="connsiteX0" fmla="*/ 891863 w 954093"/>
              <a:gd name="connsiteY0" fmla="*/ 2915 h 962168"/>
              <a:gd name="connsiteX1" fmla="*/ 788993 w 954093"/>
              <a:gd name="connsiteY1" fmla="*/ 642995 h 962168"/>
              <a:gd name="connsiteX2" fmla="*/ 323 w 954093"/>
              <a:gd name="connsiteY2" fmla="*/ 940175 h 962168"/>
              <a:gd name="connsiteX3" fmla="*/ 891863 w 954093"/>
              <a:gd name="connsiteY3" fmla="*/ 2915 h 962168"/>
              <a:gd name="connsiteX0" fmla="*/ 960414 w 1027724"/>
              <a:gd name="connsiteY0" fmla="*/ 1259 h 670931"/>
              <a:gd name="connsiteX1" fmla="*/ 857544 w 1027724"/>
              <a:gd name="connsiteY1" fmla="*/ 641339 h 670931"/>
              <a:gd name="connsiteX2" fmla="*/ 294 w 1027724"/>
              <a:gd name="connsiteY2" fmla="*/ 482145 h 670931"/>
              <a:gd name="connsiteX3" fmla="*/ 960414 w 1027724"/>
              <a:gd name="connsiteY3" fmla="*/ 1259 h 670931"/>
              <a:gd name="connsiteX0" fmla="*/ 964417 w 984827"/>
              <a:gd name="connsiteY0" fmla="*/ 2117 h 495406"/>
              <a:gd name="connsiteX1" fmla="*/ 619566 w 984827"/>
              <a:gd name="connsiteY1" fmla="*/ 317263 h 495406"/>
              <a:gd name="connsiteX2" fmla="*/ 4297 w 984827"/>
              <a:gd name="connsiteY2" fmla="*/ 483003 h 495406"/>
              <a:gd name="connsiteX3" fmla="*/ 964417 w 984827"/>
              <a:gd name="connsiteY3" fmla="*/ 2117 h 495406"/>
              <a:gd name="connsiteX0" fmla="*/ 760891 w 801094"/>
              <a:gd name="connsiteY0" fmla="*/ 1137 h 742311"/>
              <a:gd name="connsiteX1" fmla="*/ 616110 w 801094"/>
              <a:gd name="connsiteY1" fmla="*/ 549777 h 742311"/>
              <a:gd name="connsiteX2" fmla="*/ 841 w 801094"/>
              <a:gd name="connsiteY2" fmla="*/ 715517 h 742311"/>
              <a:gd name="connsiteX3" fmla="*/ 760891 w 801094"/>
              <a:gd name="connsiteY3" fmla="*/ 1137 h 742311"/>
              <a:gd name="connsiteX0" fmla="*/ 761157 w 998814"/>
              <a:gd name="connsiteY0" fmla="*/ 15255 h 732617"/>
              <a:gd name="connsiteX1" fmla="*/ 947847 w 998814"/>
              <a:gd name="connsiteY1" fmla="*/ 266715 h 732617"/>
              <a:gd name="connsiteX2" fmla="*/ 1107 w 998814"/>
              <a:gd name="connsiteY2" fmla="*/ 729635 h 732617"/>
              <a:gd name="connsiteX3" fmla="*/ 761157 w 998814"/>
              <a:gd name="connsiteY3" fmla="*/ 15255 h 732617"/>
              <a:gd name="connsiteX0" fmla="*/ 761157 w 998814"/>
              <a:gd name="connsiteY0" fmla="*/ 15255 h 733070"/>
              <a:gd name="connsiteX1" fmla="*/ 947847 w 998814"/>
              <a:gd name="connsiteY1" fmla="*/ 266715 h 733070"/>
              <a:gd name="connsiteX2" fmla="*/ 1107 w 998814"/>
              <a:gd name="connsiteY2" fmla="*/ 729635 h 733070"/>
              <a:gd name="connsiteX3" fmla="*/ 761157 w 998814"/>
              <a:gd name="connsiteY3" fmla="*/ 15255 h 733070"/>
              <a:gd name="connsiteX0" fmla="*/ 761157 w 998814"/>
              <a:gd name="connsiteY0" fmla="*/ 15255 h 732823"/>
              <a:gd name="connsiteX1" fmla="*/ 947847 w 998814"/>
              <a:gd name="connsiteY1" fmla="*/ 266715 h 732823"/>
              <a:gd name="connsiteX2" fmla="*/ 1107 w 998814"/>
              <a:gd name="connsiteY2" fmla="*/ 729635 h 732823"/>
              <a:gd name="connsiteX3" fmla="*/ 761157 w 998814"/>
              <a:gd name="connsiteY3" fmla="*/ 15255 h 732823"/>
              <a:gd name="connsiteX0" fmla="*/ 634208 w 985767"/>
              <a:gd name="connsiteY0" fmla="*/ 12661 h 792737"/>
              <a:gd name="connsiteX1" fmla="*/ 950438 w 985767"/>
              <a:gd name="connsiteY1" fmla="*/ 325095 h 792737"/>
              <a:gd name="connsiteX2" fmla="*/ 3698 w 985767"/>
              <a:gd name="connsiteY2" fmla="*/ 788015 h 792737"/>
              <a:gd name="connsiteX3" fmla="*/ 634208 w 985767"/>
              <a:gd name="connsiteY3" fmla="*/ 12661 h 792737"/>
              <a:gd name="connsiteX0" fmla="*/ 550911 w 901389"/>
              <a:gd name="connsiteY0" fmla="*/ 4 h 382279"/>
              <a:gd name="connsiteX1" fmla="*/ 867141 w 901389"/>
              <a:gd name="connsiteY1" fmla="*/ 312438 h 382279"/>
              <a:gd name="connsiteX2" fmla="*/ 4221 w 901389"/>
              <a:gd name="connsiteY2" fmla="*/ 318158 h 382279"/>
              <a:gd name="connsiteX3" fmla="*/ 550911 w 901389"/>
              <a:gd name="connsiteY3" fmla="*/ 4 h 382279"/>
              <a:gd name="connsiteX0" fmla="*/ 547815 w 757281"/>
              <a:gd name="connsiteY0" fmla="*/ 1507 h 502610"/>
              <a:gd name="connsiteX1" fmla="*/ 707835 w 757281"/>
              <a:gd name="connsiteY1" fmla="*/ 462531 h 502610"/>
              <a:gd name="connsiteX2" fmla="*/ 1125 w 757281"/>
              <a:gd name="connsiteY2" fmla="*/ 319661 h 502610"/>
              <a:gd name="connsiteX3" fmla="*/ 547815 w 757281"/>
              <a:gd name="connsiteY3" fmla="*/ 1507 h 502610"/>
              <a:gd name="connsiteX0" fmla="*/ 547815 w 770315"/>
              <a:gd name="connsiteY0" fmla="*/ 1507 h 502610"/>
              <a:gd name="connsiteX1" fmla="*/ 707835 w 770315"/>
              <a:gd name="connsiteY1" fmla="*/ 462531 h 502610"/>
              <a:gd name="connsiteX2" fmla="*/ 1125 w 770315"/>
              <a:gd name="connsiteY2" fmla="*/ 319661 h 502610"/>
              <a:gd name="connsiteX3" fmla="*/ 547815 w 770315"/>
              <a:gd name="connsiteY3" fmla="*/ 1507 h 502610"/>
              <a:gd name="connsiteX0" fmla="*/ 547815 w 770315"/>
              <a:gd name="connsiteY0" fmla="*/ 1507 h 491782"/>
              <a:gd name="connsiteX1" fmla="*/ 707835 w 770315"/>
              <a:gd name="connsiteY1" fmla="*/ 462531 h 491782"/>
              <a:gd name="connsiteX2" fmla="*/ 1125 w 770315"/>
              <a:gd name="connsiteY2" fmla="*/ 319661 h 491782"/>
              <a:gd name="connsiteX3" fmla="*/ 547815 w 770315"/>
              <a:gd name="connsiteY3" fmla="*/ 1507 h 491782"/>
              <a:gd name="connsiteX0" fmla="*/ 547845 w 805100"/>
              <a:gd name="connsiteY0" fmla="*/ 420 h 490695"/>
              <a:gd name="connsiteX1" fmla="*/ 784903 w 805100"/>
              <a:gd name="connsiteY1" fmla="*/ 255664 h 490695"/>
              <a:gd name="connsiteX2" fmla="*/ 707865 w 805100"/>
              <a:gd name="connsiteY2" fmla="*/ 461444 h 490695"/>
              <a:gd name="connsiteX3" fmla="*/ 1155 w 805100"/>
              <a:gd name="connsiteY3" fmla="*/ 318574 h 490695"/>
              <a:gd name="connsiteX4" fmla="*/ 547845 w 805100"/>
              <a:gd name="connsiteY4" fmla="*/ 420 h 490695"/>
              <a:gd name="connsiteX0" fmla="*/ 437643 w 694898"/>
              <a:gd name="connsiteY0" fmla="*/ 7200 h 596389"/>
              <a:gd name="connsiteX1" fmla="*/ 674701 w 694898"/>
              <a:gd name="connsiteY1" fmla="*/ 262444 h 596389"/>
              <a:gd name="connsiteX2" fmla="*/ 597663 w 694898"/>
              <a:gd name="connsiteY2" fmla="*/ 468224 h 596389"/>
              <a:gd name="connsiteX3" fmla="*/ 1443 w 694898"/>
              <a:gd name="connsiteY3" fmla="*/ 565384 h 596389"/>
              <a:gd name="connsiteX4" fmla="*/ 437643 w 694898"/>
              <a:gd name="connsiteY4" fmla="*/ 7200 h 596389"/>
              <a:gd name="connsiteX0" fmla="*/ 142198 w 727113"/>
              <a:gd name="connsiteY0" fmla="*/ 12145 h 482840"/>
              <a:gd name="connsiteX1" fmla="*/ 706916 w 727113"/>
              <a:gd name="connsiteY1" fmla="*/ 156899 h 482840"/>
              <a:gd name="connsiteX2" fmla="*/ 629878 w 727113"/>
              <a:gd name="connsiteY2" fmla="*/ 362679 h 482840"/>
              <a:gd name="connsiteX3" fmla="*/ 33658 w 727113"/>
              <a:gd name="connsiteY3" fmla="*/ 459839 h 482840"/>
              <a:gd name="connsiteX4" fmla="*/ 142198 w 727113"/>
              <a:gd name="connsiteY4" fmla="*/ 12145 h 482840"/>
              <a:gd name="connsiteX0" fmla="*/ 121564 w 688153"/>
              <a:gd name="connsiteY0" fmla="*/ 12145 h 500942"/>
              <a:gd name="connsiteX1" fmla="*/ 686282 w 688153"/>
              <a:gd name="connsiteY1" fmla="*/ 156899 h 500942"/>
              <a:gd name="connsiteX2" fmla="*/ 323494 w 688153"/>
              <a:gd name="connsiteY2" fmla="*/ 416019 h 500942"/>
              <a:gd name="connsiteX3" fmla="*/ 13024 w 688153"/>
              <a:gd name="connsiteY3" fmla="*/ 459839 h 500942"/>
              <a:gd name="connsiteX4" fmla="*/ 121564 w 688153"/>
              <a:gd name="connsiteY4" fmla="*/ 12145 h 500942"/>
              <a:gd name="connsiteX0" fmla="*/ 116897 w 429494"/>
              <a:gd name="connsiteY0" fmla="*/ 14324 h 503121"/>
              <a:gd name="connsiteX1" fmla="*/ 414915 w 429494"/>
              <a:gd name="connsiteY1" fmla="*/ 143838 h 503121"/>
              <a:gd name="connsiteX2" fmla="*/ 318827 w 429494"/>
              <a:gd name="connsiteY2" fmla="*/ 418198 h 503121"/>
              <a:gd name="connsiteX3" fmla="*/ 8357 w 429494"/>
              <a:gd name="connsiteY3" fmla="*/ 462018 h 503121"/>
              <a:gd name="connsiteX4" fmla="*/ 116897 w 429494"/>
              <a:gd name="connsiteY4" fmla="*/ 14324 h 503121"/>
              <a:gd name="connsiteX0" fmla="*/ 120129 w 453466"/>
              <a:gd name="connsiteY0" fmla="*/ 14324 h 522556"/>
              <a:gd name="connsiteX1" fmla="*/ 418147 w 453466"/>
              <a:gd name="connsiteY1" fmla="*/ 143838 h 522556"/>
              <a:gd name="connsiteX2" fmla="*/ 375399 w 453466"/>
              <a:gd name="connsiteY2" fmla="*/ 456298 h 522556"/>
              <a:gd name="connsiteX3" fmla="*/ 11589 w 453466"/>
              <a:gd name="connsiteY3" fmla="*/ 462018 h 522556"/>
              <a:gd name="connsiteX4" fmla="*/ 120129 w 453466"/>
              <a:gd name="connsiteY4" fmla="*/ 14324 h 522556"/>
              <a:gd name="connsiteX0" fmla="*/ 207064 w 540401"/>
              <a:gd name="connsiteY0" fmla="*/ 7384 h 482346"/>
              <a:gd name="connsiteX1" fmla="*/ 505082 w 540401"/>
              <a:gd name="connsiteY1" fmla="*/ 136898 h 482346"/>
              <a:gd name="connsiteX2" fmla="*/ 462334 w 540401"/>
              <a:gd name="connsiteY2" fmla="*/ 449358 h 482346"/>
              <a:gd name="connsiteX3" fmla="*/ 7084 w 540401"/>
              <a:gd name="connsiteY3" fmla="*/ 336968 h 482346"/>
              <a:gd name="connsiteX4" fmla="*/ 207064 w 540401"/>
              <a:gd name="connsiteY4" fmla="*/ 7384 h 482346"/>
              <a:gd name="connsiteX0" fmla="*/ 201895 w 535232"/>
              <a:gd name="connsiteY0" fmla="*/ 7384 h 489656"/>
              <a:gd name="connsiteX1" fmla="*/ 499913 w 535232"/>
              <a:gd name="connsiteY1" fmla="*/ 136898 h 489656"/>
              <a:gd name="connsiteX2" fmla="*/ 457165 w 535232"/>
              <a:gd name="connsiteY2" fmla="*/ 449358 h 489656"/>
              <a:gd name="connsiteX3" fmla="*/ 1915 w 535232"/>
              <a:gd name="connsiteY3" fmla="*/ 336968 h 489656"/>
              <a:gd name="connsiteX4" fmla="*/ 201895 w 535232"/>
              <a:gd name="connsiteY4" fmla="*/ 7384 h 489656"/>
              <a:gd name="connsiteX0" fmla="*/ 201926 w 543009"/>
              <a:gd name="connsiteY0" fmla="*/ 14147 h 496419"/>
              <a:gd name="connsiteX1" fmla="*/ 515184 w 543009"/>
              <a:gd name="connsiteY1" fmla="*/ 101751 h 496419"/>
              <a:gd name="connsiteX2" fmla="*/ 457196 w 543009"/>
              <a:gd name="connsiteY2" fmla="*/ 456121 h 496419"/>
              <a:gd name="connsiteX3" fmla="*/ 1946 w 543009"/>
              <a:gd name="connsiteY3" fmla="*/ 343731 h 496419"/>
              <a:gd name="connsiteX4" fmla="*/ 201926 w 543009"/>
              <a:gd name="connsiteY4" fmla="*/ 14147 h 49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09" h="496419">
                <a:moveTo>
                  <a:pt x="201926" y="14147"/>
                </a:moveTo>
                <a:cubicBezTo>
                  <a:pt x="287466" y="-26183"/>
                  <a:pt x="488514" y="24914"/>
                  <a:pt x="515184" y="101751"/>
                </a:cubicBezTo>
                <a:cubicBezTo>
                  <a:pt x="541854" y="178588"/>
                  <a:pt x="581471" y="438016"/>
                  <a:pt x="457196" y="456121"/>
                </a:cubicBezTo>
                <a:cubicBezTo>
                  <a:pt x="281936" y="551370"/>
                  <a:pt x="21631" y="463113"/>
                  <a:pt x="1946" y="343731"/>
                </a:cubicBezTo>
                <a:cubicBezTo>
                  <a:pt x="-17739" y="224349"/>
                  <a:pt x="116386" y="54477"/>
                  <a:pt x="201926" y="14147"/>
                </a:cubicBezTo>
                <a:close/>
              </a:path>
            </a:pathLst>
          </a:cu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Obj</a:t>
            </a: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6647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585199-8A4F-F456-F19B-CAE4F2F3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03237"/>
            <a:ext cx="9144000" cy="635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588AD9-A1C5-C4B1-19F0-D95357BD2EB4}"/>
              </a:ext>
            </a:extLst>
          </p:cNvPr>
          <p:cNvSpPr/>
          <p:nvPr/>
        </p:nvSpPr>
        <p:spPr>
          <a:xfrm>
            <a:off x="0" y="0"/>
            <a:ext cx="9143999" cy="509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Ideal War Position</a:t>
            </a:r>
            <a:endParaRPr lang="en-ID" i="1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7E960EE-0B90-E04E-515E-2DA33F3A0098}"/>
              </a:ext>
            </a:extLst>
          </p:cNvPr>
          <p:cNvSpPr/>
          <p:nvPr/>
        </p:nvSpPr>
        <p:spPr>
          <a:xfrm>
            <a:off x="2691841" y="1614498"/>
            <a:ext cx="2538527" cy="494953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Flanking</a:t>
            </a:r>
          </a:p>
          <a:p>
            <a:pPr algn="ctr"/>
            <a:endParaRPr lang="en-ID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5B27E9D-2C61-A7CD-F76D-1E6AFD983733}"/>
              </a:ext>
            </a:extLst>
          </p:cNvPr>
          <p:cNvSpPr/>
          <p:nvPr/>
        </p:nvSpPr>
        <p:spPr>
          <a:xfrm rot="4635674">
            <a:off x="7000880" y="3642597"/>
            <a:ext cx="1731748" cy="606847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Flanking</a:t>
            </a:r>
            <a:endParaRPr lang="en-ID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24740F-BD9C-6442-9CEF-F431C40AD31F}"/>
              </a:ext>
            </a:extLst>
          </p:cNvPr>
          <p:cNvSpPr/>
          <p:nvPr/>
        </p:nvSpPr>
        <p:spPr>
          <a:xfrm rot="2685052">
            <a:off x="4990293" y="2597214"/>
            <a:ext cx="839810" cy="924747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Flanking</a:t>
            </a:r>
          </a:p>
          <a:p>
            <a:pPr algn="ctr"/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CD03E9-1A85-A0E7-C08D-668491108C87}"/>
              </a:ext>
            </a:extLst>
          </p:cNvPr>
          <p:cNvSpPr/>
          <p:nvPr/>
        </p:nvSpPr>
        <p:spPr>
          <a:xfrm rot="2685052">
            <a:off x="5976704" y="2024692"/>
            <a:ext cx="606882" cy="1017725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0000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Front</a:t>
            </a:r>
          </a:p>
          <a:p>
            <a:pPr algn="ctr"/>
            <a:r>
              <a:rPr lang="en-US" sz="1200" dirty="0"/>
              <a:t>Press</a:t>
            </a:r>
          </a:p>
          <a:p>
            <a:pPr algn="ctr"/>
            <a:endParaRPr lang="en-ID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C2E516-90D2-427A-4C9D-BEFB733747EC}"/>
              </a:ext>
            </a:extLst>
          </p:cNvPr>
          <p:cNvSpPr/>
          <p:nvPr/>
        </p:nvSpPr>
        <p:spPr>
          <a:xfrm rot="20698313">
            <a:off x="7123984" y="2244992"/>
            <a:ext cx="605810" cy="782113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0000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Front</a:t>
            </a:r>
          </a:p>
          <a:p>
            <a:pPr algn="ctr"/>
            <a:r>
              <a:rPr lang="en-US" sz="1200" dirty="0"/>
              <a:t>Press</a:t>
            </a:r>
          </a:p>
          <a:p>
            <a:pPr algn="ctr"/>
            <a:endParaRPr lang="en-ID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A6E539D-1920-F13F-2C2A-E70A758BD102}"/>
              </a:ext>
            </a:extLst>
          </p:cNvPr>
          <p:cNvSpPr/>
          <p:nvPr/>
        </p:nvSpPr>
        <p:spPr>
          <a:xfrm rot="5400000">
            <a:off x="5498349" y="1470918"/>
            <a:ext cx="605810" cy="782113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0000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Front</a:t>
            </a:r>
          </a:p>
          <a:p>
            <a:pPr algn="ctr"/>
            <a:r>
              <a:rPr lang="en-US" sz="1200" dirty="0"/>
              <a:t>Press</a:t>
            </a:r>
          </a:p>
          <a:p>
            <a:pPr algn="ctr"/>
            <a:endParaRPr lang="en-ID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7ED494-5AAB-2E0C-7065-5990FBD7C7E4}"/>
              </a:ext>
            </a:extLst>
          </p:cNvPr>
          <p:cNvSpPr/>
          <p:nvPr/>
        </p:nvSpPr>
        <p:spPr>
          <a:xfrm>
            <a:off x="3066204" y="2181019"/>
            <a:ext cx="1147499" cy="1033775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Conditional</a:t>
            </a:r>
          </a:p>
          <a:p>
            <a:pPr algn="ctr"/>
            <a:endParaRPr lang="en-ID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5FC5BC-00EA-9BAD-9D0F-7869369DBCE5}"/>
              </a:ext>
            </a:extLst>
          </p:cNvPr>
          <p:cNvSpPr/>
          <p:nvPr/>
        </p:nvSpPr>
        <p:spPr>
          <a:xfrm>
            <a:off x="5618561" y="3662001"/>
            <a:ext cx="1147499" cy="1033775"/>
          </a:xfrm>
          <a:custGeom>
            <a:avLst/>
            <a:gdLst>
              <a:gd name="connsiteX0" fmla="*/ 862826 w 863759"/>
              <a:gd name="connsiteY0" fmla="*/ 65345 h 621615"/>
              <a:gd name="connsiteX1" fmla="*/ 199886 w 863759"/>
              <a:gd name="connsiteY1" fmla="*/ 72965 h 621615"/>
              <a:gd name="connsiteX2" fmla="*/ 39866 w 863759"/>
              <a:gd name="connsiteY2" fmla="*/ 621605 h 621615"/>
              <a:gd name="connsiteX3" fmla="*/ 862826 w 863759"/>
              <a:gd name="connsiteY3" fmla="*/ 65345 h 621615"/>
              <a:gd name="connsiteX0" fmla="*/ 1027217 w 1027954"/>
              <a:gd name="connsiteY0" fmla="*/ 266811 h 573558"/>
              <a:gd name="connsiteX1" fmla="*/ 211877 w 1027954"/>
              <a:gd name="connsiteY1" fmla="*/ 20431 h 573558"/>
              <a:gd name="connsiteX2" fmla="*/ 51857 w 1027954"/>
              <a:gd name="connsiteY2" fmla="*/ 569071 h 573558"/>
              <a:gd name="connsiteX3" fmla="*/ 1027217 w 1027954"/>
              <a:gd name="connsiteY3" fmla="*/ 266811 h 573558"/>
              <a:gd name="connsiteX0" fmla="*/ 1152027 w 1154519"/>
              <a:gd name="connsiteY0" fmla="*/ 264956 h 375056"/>
              <a:gd name="connsiteX1" fmla="*/ 336687 w 1154519"/>
              <a:gd name="connsiteY1" fmla="*/ 18576 h 375056"/>
              <a:gd name="connsiteX2" fmla="*/ 34427 w 1154519"/>
              <a:gd name="connsiteY2" fmla="*/ 364016 h 375056"/>
              <a:gd name="connsiteX3" fmla="*/ 1152027 w 1154519"/>
              <a:gd name="connsiteY3" fmla="*/ 264956 h 375056"/>
              <a:gd name="connsiteX0" fmla="*/ 1130373 w 1140141"/>
              <a:gd name="connsiteY0" fmla="*/ 299056 h 411963"/>
              <a:gd name="connsiteX1" fmla="*/ 543633 w 1140141"/>
              <a:gd name="connsiteY1" fmla="*/ 17116 h 411963"/>
              <a:gd name="connsiteX2" fmla="*/ 12773 w 1140141"/>
              <a:gd name="connsiteY2" fmla="*/ 398116 h 411963"/>
              <a:gd name="connsiteX3" fmla="*/ 1130373 w 1140141"/>
              <a:gd name="connsiteY3" fmla="*/ 299056 h 411963"/>
              <a:gd name="connsiteX0" fmla="*/ 1118159 w 1118888"/>
              <a:gd name="connsiteY0" fmla="*/ 300274 h 561394"/>
              <a:gd name="connsiteX1" fmla="*/ 531419 w 1118888"/>
              <a:gd name="connsiteY1" fmla="*/ 18334 h 561394"/>
              <a:gd name="connsiteX2" fmla="*/ 559 w 1118888"/>
              <a:gd name="connsiteY2" fmla="*/ 399334 h 561394"/>
              <a:gd name="connsiteX3" fmla="*/ 638099 w 1118888"/>
              <a:gd name="connsiteY3" fmla="*/ 559353 h 561394"/>
              <a:gd name="connsiteX4" fmla="*/ 1118159 w 1118888"/>
              <a:gd name="connsiteY4" fmla="*/ 300274 h 561394"/>
              <a:gd name="connsiteX0" fmla="*/ 1224726 w 1225455"/>
              <a:gd name="connsiteY0" fmla="*/ 300274 h 560348"/>
              <a:gd name="connsiteX1" fmla="*/ 637986 w 1225455"/>
              <a:gd name="connsiteY1" fmla="*/ 18334 h 560348"/>
              <a:gd name="connsiteX2" fmla="*/ 446 w 1225455"/>
              <a:gd name="connsiteY2" fmla="*/ 292654 h 560348"/>
              <a:gd name="connsiteX3" fmla="*/ 744666 w 1225455"/>
              <a:gd name="connsiteY3" fmla="*/ 559353 h 560348"/>
              <a:gd name="connsiteX4" fmla="*/ 1224726 w 1225455"/>
              <a:gd name="connsiteY4" fmla="*/ 300274 h 560348"/>
              <a:gd name="connsiteX0" fmla="*/ 1224395 w 1224604"/>
              <a:gd name="connsiteY0" fmla="*/ 247168 h 507200"/>
              <a:gd name="connsiteX1" fmla="*/ 688455 w 1224604"/>
              <a:gd name="connsiteY1" fmla="*/ 21108 h 507200"/>
              <a:gd name="connsiteX2" fmla="*/ 115 w 1224604"/>
              <a:gd name="connsiteY2" fmla="*/ 239548 h 507200"/>
              <a:gd name="connsiteX3" fmla="*/ 744335 w 1224604"/>
              <a:gd name="connsiteY3" fmla="*/ 506247 h 507200"/>
              <a:gd name="connsiteX4" fmla="*/ 1224395 w 1224604"/>
              <a:gd name="connsiteY4" fmla="*/ 247168 h 507200"/>
              <a:gd name="connsiteX0" fmla="*/ 1224395 w 1224604"/>
              <a:gd name="connsiteY0" fmla="*/ 226060 h 486092"/>
              <a:gd name="connsiteX1" fmla="*/ 688455 w 1224604"/>
              <a:gd name="connsiteY1" fmla="*/ 0 h 486092"/>
              <a:gd name="connsiteX2" fmla="*/ 115 w 1224604"/>
              <a:gd name="connsiteY2" fmla="*/ 218440 h 486092"/>
              <a:gd name="connsiteX3" fmla="*/ 744335 w 1224604"/>
              <a:gd name="connsiteY3" fmla="*/ 485139 h 486092"/>
              <a:gd name="connsiteX4" fmla="*/ 1224395 w 1224604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412 w 1224621"/>
              <a:gd name="connsiteY0" fmla="*/ 226060 h 486092"/>
              <a:gd name="connsiteX1" fmla="*/ 688472 w 1224621"/>
              <a:gd name="connsiteY1" fmla="*/ 0 h 486092"/>
              <a:gd name="connsiteX2" fmla="*/ 132 w 1224621"/>
              <a:gd name="connsiteY2" fmla="*/ 218440 h 486092"/>
              <a:gd name="connsiteX3" fmla="*/ 744352 w 1224621"/>
              <a:gd name="connsiteY3" fmla="*/ 485139 h 486092"/>
              <a:gd name="connsiteX4" fmla="*/ 1224412 w 1224621"/>
              <a:gd name="connsiteY4" fmla="*/ 226060 h 486092"/>
              <a:gd name="connsiteX0" fmla="*/ 1224838 w 1225047"/>
              <a:gd name="connsiteY0" fmla="*/ 240711 h 510115"/>
              <a:gd name="connsiteX1" fmla="*/ 688898 w 1225047"/>
              <a:gd name="connsiteY1" fmla="*/ 14651 h 510115"/>
              <a:gd name="connsiteX2" fmla="*/ 558 w 1225047"/>
              <a:gd name="connsiteY2" fmla="*/ 233091 h 510115"/>
              <a:gd name="connsiteX3" fmla="*/ 744778 w 1225047"/>
              <a:gd name="connsiteY3" fmla="*/ 499790 h 510115"/>
              <a:gd name="connsiteX4" fmla="*/ 1224838 w 1225047"/>
              <a:gd name="connsiteY4" fmla="*/ 240711 h 510115"/>
              <a:gd name="connsiteX0" fmla="*/ 1224838 w 1224882"/>
              <a:gd name="connsiteY0" fmla="*/ 240711 h 510115"/>
              <a:gd name="connsiteX1" fmla="*/ 688898 w 1224882"/>
              <a:gd name="connsiteY1" fmla="*/ 14651 h 510115"/>
              <a:gd name="connsiteX2" fmla="*/ 558 w 1224882"/>
              <a:gd name="connsiteY2" fmla="*/ 233091 h 510115"/>
              <a:gd name="connsiteX3" fmla="*/ 744778 w 1224882"/>
              <a:gd name="connsiteY3" fmla="*/ 499790 h 510115"/>
              <a:gd name="connsiteX4" fmla="*/ 1224838 w 1224882"/>
              <a:gd name="connsiteY4" fmla="*/ 240711 h 510115"/>
              <a:gd name="connsiteX0" fmla="*/ 1361998 w 1362028"/>
              <a:gd name="connsiteY0" fmla="*/ 250871 h 510115"/>
              <a:gd name="connsiteX1" fmla="*/ 688898 w 1362028"/>
              <a:gd name="connsiteY1" fmla="*/ 14651 h 510115"/>
              <a:gd name="connsiteX2" fmla="*/ 558 w 1362028"/>
              <a:gd name="connsiteY2" fmla="*/ 233091 h 510115"/>
              <a:gd name="connsiteX3" fmla="*/ 744778 w 1362028"/>
              <a:gd name="connsiteY3" fmla="*/ 499790 h 510115"/>
              <a:gd name="connsiteX4" fmla="*/ 1361998 w 1362028"/>
              <a:gd name="connsiteY4" fmla="*/ 250871 h 510115"/>
              <a:gd name="connsiteX0" fmla="*/ 1361998 w 1362028"/>
              <a:gd name="connsiteY0" fmla="*/ 244783 h 508257"/>
              <a:gd name="connsiteX1" fmla="*/ 688898 w 1362028"/>
              <a:gd name="connsiteY1" fmla="*/ 8563 h 508257"/>
              <a:gd name="connsiteX2" fmla="*/ 558 w 1362028"/>
              <a:gd name="connsiteY2" fmla="*/ 247323 h 508257"/>
              <a:gd name="connsiteX3" fmla="*/ 744778 w 1362028"/>
              <a:gd name="connsiteY3" fmla="*/ 493702 h 508257"/>
              <a:gd name="connsiteX4" fmla="*/ 1361998 w 1362028"/>
              <a:gd name="connsiteY4" fmla="*/ 244783 h 508257"/>
              <a:gd name="connsiteX0" fmla="*/ 1361998 w 1362031"/>
              <a:gd name="connsiteY0" fmla="*/ 244783 h 508257"/>
              <a:gd name="connsiteX1" fmla="*/ 688898 w 1362031"/>
              <a:gd name="connsiteY1" fmla="*/ 8563 h 508257"/>
              <a:gd name="connsiteX2" fmla="*/ 558 w 1362031"/>
              <a:gd name="connsiteY2" fmla="*/ 247323 h 508257"/>
              <a:gd name="connsiteX3" fmla="*/ 744778 w 1362031"/>
              <a:gd name="connsiteY3" fmla="*/ 493702 h 508257"/>
              <a:gd name="connsiteX4" fmla="*/ 1361998 w 1362031"/>
              <a:gd name="connsiteY4" fmla="*/ 244783 h 508257"/>
              <a:gd name="connsiteX0" fmla="*/ 1361998 w 1362031"/>
              <a:gd name="connsiteY0" fmla="*/ 244783 h 494953"/>
              <a:gd name="connsiteX1" fmla="*/ 688898 w 1362031"/>
              <a:gd name="connsiteY1" fmla="*/ 8563 h 494953"/>
              <a:gd name="connsiteX2" fmla="*/ 558 w 1362031"/>
              <a:gd name="connsiteY2" fmla="*/ 247323 h 494953"/>
              <a:gd name="connsiteX3" fmla="*/ 744778 w 1362031"/>
              <a:gd name="connsiteY3" fmla="*/ 493702 h 494953"/>
              <a:gd name="connsiteX4" fmla="*/ 1361998 w 1362031"/>
              <a:gd name="connsiteY4" fmla="*/ 244783 h 49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2031" h="494953">
                <a:moveTo>
                  <a:pt x="1361998" y="244783"/>
                </a:moveTo>
                <a:cubicBezTo>
                  <a:pt x="1357765" y="-18953"/>
                  <a:pt x="968298" y="17453"/>
                  <a:pt x="688898" y="8563"/>
                </a:cubicBezTo>
                <a:cubicBezTo>
                  <a:pt x="475538" y="9833"/>
                  <a:pt x="-18915" y="-72293"/>
                  <a:pt x="558" y="247323"/>
                </a:cubicBezTo>
                <a:cubicBezTo>
                  <a:pt x="20031" y="566939"/>
                  <a:pt x="507711" y="474652"/>
                  <a:pt x="744778" y="493702"/>
                </a:cubicBezTo>
                <a:cubicBezTo>
                  <a:pt x="971685" y="497512"/>
                  <a:pt x="1366231" y="508519"/>
                  <a:pt x="1361998" y="244783"/>
                </a:cubicBezTo>
                <a:close/>
              </a:path>
            </a:pathLst>
          </a:cu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Conditional</a:t>
            </a: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14403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NR-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60197</TotalTime>
  <Words>111</Words>
  <Application>Microsoft Office PowerPoint</Application>
  <PresentationFormat>On-screen Show (4:3)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Imanuel Rava</dc:creator>
  <cp:lastModifiedBy>Imanuel RAVA</cp:lastModifiedBy>
  <cp:revision>32</cp:revision>
  <dcterms:created xsi:type="dcterms:W3CDTF">2024-07-06T22:34:15Z</dcterms:created>
  <dcterms:modified xsi:type="dcterms:W3CDTF">2025-11-06T03:36:59Z</dcterms:modified>
</cp:coreProperties>
</file>